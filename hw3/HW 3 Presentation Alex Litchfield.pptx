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BM Plex Serif"/>
      <p:regular r:id="rId18"/>
      <p:bold r:id="rId19"/>
      <p:italic r:id="rId20"/>
      <p:boldItalic r:id="rId21"/>
    </p:embeddedFont>
    <p:embeddedFont>
      <p:font typeface="Archivo Medium"/>
      <p:regular r:id="rId22"/>
      <p:bold r:id="rId23"/>
      <p:italic r:id="rId24"/>
      <p:boldItalic r:id="rId25"/>
    </p:embeddedFont>
    <p:embeddedFont>
      <p:font typeface="IBM Plex Serif Medium"/>
      <p:regular r:id="rId26"/>
      <p:bold r:id="rId27"/>
      <p:italic r:id="rId28"/>
      <p:boldItalic r:id="rId29"/>
    </p:embeddedFont>
    <p:embeddedFont>
      <p:font typeface="Archivo"/>
      <p:regular r:id="rId30"/>
      <p:bold r:id="rId31"/>
      <p:italic r:id="rId32"/>
      <p:boldItalic r:id="rId33"/>
    </p:embeddedFont>
    <p:embeddedFont>
      <p:font typeface="Archivo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0D020C-E558-4D8B-8211-8E8DAEBF2D37}">
  <a:tblStyle styleId="{310D020C-E558-4D8B-8211-8E8DAEBF2D3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erif-italic.fntdata"/><Relationship Id="rId22" Type="http://schemas.openxmlformats.org/officeDocument/2006/relationships/font" Target="fonts/ArchivoMedium-regular.fntdata"/><Relationship Id="rId21" Type="http://schemas.openxmlformats.org/officeDocument/2006/relationships/font" Target="fonts/IBMPlexSerif-boldItalic.fntdata"/><Relationship Id="rId24" Type="http://schemas.openxmlformats.org/officeDocument/2006/relationships/font" Target="fonts/ArchivoMedium-italic.fntdata"/><Relationship Id="rId23" Type="http://schemas.openxmlformats.org/officeDocument/2006/relationships/font" Target="fonts/Archivo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BMPlexSerifMedium-regular.fntdata"/><Relationship Id="rId25" Type="http://schemas.openxmlformats.org/officeDocument/2006/relationships/font" Target="fonts/ArchivoMedium-boldItalic.fntdata"/><Relationship Id="rId28" Type="http://schemas.openxmlformats.org/officeDocument/2006/relationships/font" Target="fonts/IBMPlexSerifMedium-italic.fntdata"/><Relationship Id="rId27" Type="http://schemas.openxmlformats.org/officeDocument/2006/relationships/font" Target="fonts/IBMPlexSerif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BMPlexSerif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chivo-bold.fntdata"/><Relationship Id="rId30" Type="http://schemas.openxmlformats.org/officeDocument/2006/relationships/font" Target="fonts/Archivo-regular.fntdata"/><Relationship Id="rId11" Type="http://schemas.openxmlformats.org/officeDocument/2006/relationships/slide" Target="slides/slide5.xml"/><Relationship Id="rId33" Type="http://schemas.openxmlformats.org/officeDocument/2006/relationships/font" Target="fonts/Archivo-boldItalic.fntdata"/><Relationship Id="rId10" Type="http://schemas.openxmlformats.org/officeDocument/2006/relationships/slide" Target="slides/slide4.xml"/><Relationship Id="rId32" Type="http://schemas.openxmlformats.org/officeDocument/2006/relationships/font" Target="fonts/Archivo-italic.fntdata"/><Relationship Id="rId13" Type="http://schemas.openxmlformats.org/officeDocument/2006/relationships/slide" Target="slides/slide7.xml"/><Relationship Id="rId35" Type="http://schemas.openxmlformats.org/officeDocument/2006/relationships/font" Target="fonts/ArchivoSemiBold-bold.fntdata"/><Relationship Id="rId12" Type="http://schemas.openxmlformats.org/officeDocument/2006/relationships/slide" Target="slides/slide6.xml"/><Relationship Id="rId34" Type="http://schemas.openxmlformats.org/officeDocument/2006/relationships/font" Target="fonts/ArchivoSemiBold-regular.fntdata"/><Relationship Id="rId15" Type="http://schemas.openxmlformats.org/officeDocument/2006/relationships/slide" Target="slides/slide9.xml"/><Relationship Id="rId37" Type="http://schemas.openxmlformats.org/officeDocument/2006/relationships/font" Target="fonts/ArchivoSemiBold-boldItalic.fntdata"/><Relationship Id="rId14" Type="http://schemas.openxmlformats.org/officeDocument/2006/relationships/slide" Target="slides/slide8.xml"/><Relationship Id="rId36" Type="http://schemas.openxmlformats.org/officeDocument/2006/relationships/font" Target="fonts/ArchivoSemi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BMPlexSerif-bold.fntdata"/><Relationship Id="rId18" Type="http://schemas.openxmlformats.org/officeDocument/2006/relationships/font" Target="fonts/IBMPlexSerif-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datasets/nelgiriyewithana/emotion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_images/grid_search_cross_validation.png"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4d0de78c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4d0de78c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d0de78c56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d0de78c56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4d0de78c56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4d0de78c56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Unigrams (single word), bigram (word pairs) and TF-IDF (statistic reflecting the importance of a word in a dataset relative to a corpus)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https://www.kaggle.com/datasets/nelgiriyewithana/emotions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d0de78c56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d0de78c56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top table shows some actual entries in the dataset. The bottom table shows what emotion each label correlates to.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4d0de78c56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4d0de78c56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Data Preprocessing: </a:t>
            </a:r>
            <a:r>
              <a:rPr lang="en"/>
              <a:t>The dataset only had 2 columns, so little no preprocessing was needed</a:t>
            </a:r>
            <a:endParaRPr/>
          </a:p>
          <a:p>
            <a:pPr indent="0" lvl="0" marL="0" rtl="0" algn="l">
              <a:spcBef>
                <a:spcPts val="0"/>
              </a:spcBef>
              <a:spcAft>
                <a:spcPts val="0"/>
              </a:spcAft>
              <a:buNone/>
            </a:pPr>
            <a:r>
              <a:rPr b="1" lang="en"/>
              <a:t>Oversampling: </a:t>
            </a:r>
            <a:r>
              <a:rPr lang="en"/>
              <a:t>Oversampling was performed to try and even out the number of labels in the data</a:t>
            </a: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d0de78c56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d0de78c56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https://scikit-learn.org/stable/_images/grid_search_cross_validation.png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Grey boxes are what fold we are currently on in the loop, the blue boxes are the fold being used as test data in the current iteration, and the green boxes are the training data for the current iteration. Finds different data combinations as you create more folds. Tradeoff for better results is complexity in the model and time it takes to run.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4d0de78c56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4d0de78c56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Loop through K folds (K = 5)</a:t>
            </a:r>
            <a:endParaRPr/>
          </a:p>
          <a:p>
            <a:pPr indent="0" lvl="0" marL="0" rtl="0" algn="l">
              <a:spcBef>
                <a:spcPts val="0"/>
              </a:spcBef>
              <a:spcAft>
                <a:spcPts val="0"/>
              </a:spcAft>
              <a:buNone/>
            </a:pPr>
            <a:r>
              <a:rPr lang="en"/>
              <a:t>(Note: Each step after is </a:t>
            </a:r>
            <a:r>
              <a:rPr lang="en"/>
              <a:t>performed</a:t>
            </a:r>
            <a:r>
              <a:rPr lang="en"/>
              <a:t> in the loop for the given k fold)</a:t>
            </a:r>
            <a:endParaRPr/>
          </a:p>
          <a:p>
            <a:pPr indent="-298450" lvl="0" marL="457200" rtl="0" algn="l">
              <a:spcBef>
                <a:spcPts val="0"/>
              </a:spcBef>
              <a:spcAft>
                <a:spcPts val="0"/>
              </a:spcAft>
              <a:buSzPts val="1100"/>
              <a:buAutoNum type="arabicPeriod"/>
            </a:pPr>
            <a:r>
              <a:rPr lang="en"/>
              <a:t>Split the data into training/testing sets as previously shown. To ensure duplicate combos didn’t occur, the test data would be the data from the current fold, and all other data would be the test data</a:t>
            </a:r>
            <a:endParaRPr/>
          </a:p>
          <a:p>
            <a:pPr indent="-298450" lvl="0" marL="457200" rtl="0" algn="l">
              <a:spcBef>
                <a:spcPts val="0"/>
              </a:spcBef>
              <a:spcAft>
                <a:spcPts val="0"/>
              </a:spcAft>
              <a:buSzPts val="1100"/>
              <a:buAutoNum type="arabicPeriod"/>
            </a:pPr>
            <a:r>
              <a:rPr lang="en"/>
              <a:t>Stopword removal is the removal of common words that don’t help the model and are just clutter. Examples are the words “is”, “and” or “the”.</a:t>
            </a:r>
            <a:endParaRPr/>
          </a:p>
          <a:p>
            <a:pPr indent="-298450" lvl="0" marL="457200" rtl="0" algn="l">
              <a:spcBef>
                <a:spcPts val="0"/>
              </a:spcBef>
              <a:spcAft>
                <a:spcPts val="0"/>
              </a:spcAft>
              <a:buSzPts val="1100"/>
              <a:buAutoNum type="arabicPeriod"/>
            </a:pPr>
            <a:r>
              <a:rPr lang="en"/>
              <a:t>Tokenization breaks down the text into tokens, where TF-IDF uses this to store how important/frequent the word is in the corpus. Tokens are created based on unigrams and bigrams, and the max vocabulary size for the model is 5000. Under 5000 results in lower metrics, </a:t>
            </a:r>
            <a:r>
              <a:rPr lang="en"/>
              <a:t>meaning</a:t>
            </a:r>
            <a:r>
              <a:rPr lang="en"/>
              <a:t> the model needs more info to work with, and over 5000 results in slightly lowered metrics and an increased overhead time, likely due to irrelevant words being tracked that otherwise wouldn’t be.</a:t>
            </a:r>
            <a:endParaRPr/>
          </a:p>
          <a:p>
            <a:pPr indent="-298450" lvl="0" marL="457200" rtl="0" algn="l">
              <a:spcBef>
                <a:spcPts val="0"/>
              </a:spcBef>
              <a:spcAft>
                <a:spcPts val="0"/>
              </a:spcAft>
              <a:buSzPts val="1100"/>
              <a:buAutoNum type="arabicPeriod"/>
            </a:pPr>
            <a:r>
              <a:rPr lang="en"/>
              <a:t>Over Sampling addresses the </a:t>
            </a:r>
            <a:r>
              <a:rPr lang="en"/>
              <a:t>imbalance</a:t>
            </a:r>
            <a:r>
              <a:rPr lang="en"/>
              <a:t> in the emotion labels and balances the distribution better. Two versions of the model exist, one with and one without oversampling to show its impact on the matter</a:t>
            </a:r>
            <a:endParaRPr/>
          </a:p>
          <a:p>
            <a:pPr indent="-298450" lvl="0" marL="457200" rtl="0" algn="l">
              <a:spcBef>
                <a:spcPts val="0"/>
              </a:spcBef>
              <a:spcAft>
                <a:spcPts val="0"/>
              </a:spcAft>
              <a:buSzPts val="1100"/>
              <a:buAutoNum type="arabicPeriod"/>
            </a:pPr>
            <a:r>
              <a:rPr lang="en"/>
              <a:t>The data is fit to the classifier so that it can perform a prediction on the given k-fold</a:t>
            </a:r>
            <a:endParaRPr/>
          </a:p>
          <a:p>
            <a:pPr indent="-298450" lvl="0" marL="457200" rtl="0" algn="l">
              <a:spcBef>
                <a:spcPts val="0"/>
              </a:spcBef>
              <a:spcAft>
                <a:spcPts val="0"/>
              </a:spcAft>
              <a:buSzPts val="1100"/>
              <a:buAutoNum type="arabicPeriod"/>
            </a:pPr>
            <a:r>
              <a:rPr lang="en"/>
              <a:t>Metrics are taken on each k-fold and stored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4d0de78c56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4d0de78c56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tracked: Accuracy, Precision, Recall, and F1 Score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4d0de78c56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4d0de78c56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4d0de78c56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4d0de78c56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Accuracy: Tells us how many of the model’s predictions were correct overall across all classes</a:t>
            </a:r>
            <a:endParaRPr/>
          </a:p>
          <a:p>
            <a:pPr indent="0" lvl="0" marL="0" rtl="0" algn="l">
              <a:spcBef>
                <a:spcPts val="0"/>
              </a:spcBef>
              <a:spcAft>
                <a:spcPts val="0"/>
              </a:spcAft>
              <a:buNone/>
            </a:pPr>
            <a:r>
              <a:rPr lang="en"/>
              <a:t>Precision: Tells us how often the model is correct when it predicts a class (how trustworthy is the prediction for the given class?).</a:t>
            </a:r>
            <a:endParaRPr/>
          </a:p>
          <a:p>
            <a:pPr indent="0" lvl="0" marL="0" rtl="0" algn="l">
              <a:spcBef>
                <a:spcPts val="0"/>
              </a:spcBef>
              <a:spcAft>
                <a:spcPts val="0"/>
              </a:spcAft>
              <a:buNone/>
            </a:pPr>
            <a:r>
              <a:rPr lang="en"/>
              <a:t>Recall: The number of True Positives (TP) over the number of True Positives (TP) and False Negatives (FN) -&gt; TP / (TP + FN). A true positive is an instance </a:t>
            </a:r>
            <a:r>
              <a:rPr lang="en"/>
              <a:t>where</a:t>
            </a:r>
            <a:r>
              <a:rPr lang="en"/>
              <a:t> the class was correctly classified by the model. A false negative is an instance where a class should have been guessed but the model ruled that class out as an option (aka picked another)</a:t>
            </a:r>
            <a:endParaRPr/>
          </a:p>
          <a:p>
            <a:pPr indent="0" lvl="0" marL="0" rtl="0" algn="l">
              <a:spcBef>
                <a:spcPts val="0"/>
              </a:spcBef>
              <a:spcAft>
                <a:spcPts val="0"/>
              </a:spcAft>
              <a:buNone/>
            </a:pPr>
            <a:r>
              <a:rPr lang="en"/>
              <a:t>F1 Score: The harmonic mean between precision and recall. A score that shows the balance between the 2 other scores.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scores improved when over sampling was performed except for precision, which took a slight hit. However, given that </a:t>
            </a:r>
            <a:r>
              <a:rPr lang="en"/>
              <a:t>3/4</a:t>
            </a:r>
            <a:r>
              <a:rPr lang="en"/>
              <a:t> metrics improved INCLUDING F1 score, this outcome overall made the model perform better. F1 Score is an extremely important metric because it not only reflects both precision and recall, but the balance between the 2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the model performed well. It could be improved through a variety of ways, such as introducing other ways of feature extraction or manually setting aside a test/train split (this is NOT what k-fold cross validation does, so it would be a different method </a:t>
            </a:r>
            <a:r>
              <a:rPr lang="en"/>
              <a:t>altogether). The hypothesis of whether or not we could predict the primary emotion conveyed in a tweet was proven to be true!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4d0de78c56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4d0de78c56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8" name="Shape 8"/>
        <p:cNvGrpSpPr/>
        <p:nvPr/>
      </p:nvGrpSpPr>
      <p:grpSpPr>
        <a:xfrm>
          <a:off x="0" y="0"/>
          <a:ext cx="0" cy="0"/>
          <a:chOff x="0" y="0"/>
          <a:chExt cx="0" cy="0"/>
        </a:xfrm>
      </p:grpSpPr>
      <p:sp>
        <p:nvSpPr>
          <p:cNvPr id="9" name="Google Shape;9;p2"/>
          <p:cNvSpPr/>
          <p:nvPr>
            <p:ph idx="2" type="pic"/>
          </p:nvPr>
        </p:nvSpPr>
        <p:spPr>
          <a:xfrm>
            <a:off x="236850" y="2068225"/>
            <a:ext cx="8661300" cy="2851800"/>
          </a:xfrm>
          <a:prstGeom prst="roundRect">
            <a:avLst>
              <a:gd fmla="val 7221" name="adj"/>
            </a:avLst>
          </a:prstGeom>
          <a:noFill/>
          <a:ln>
            <a:noFill/>
          </a:ln>
        </p:spPr>
      </p:sp>
      <p:sp>
        <p:nvSpPr>
          <p:cNvPr id="10" name="Google Shape;10;p2"/>
          <p:cNvSpPr txBox="1"/>
          <p:nvPr>
            <p:ph type="title"/>
          </p:nvPr>
        </p:nvSpPr>
        <p:spPr>
          <a:xfrm>
            <a:off x="390550" y="513788"/>
            <a:ext cx="8372700" cy="96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Archivo SemiBold"/>
              <a:buNone/>
              <a:defRPr sz="6000">
                <a:solidFill>
                  <a:schemeClr val="lt1"/>
                </a:solidFill>
              </a:defRPr>
            </a:lvl1pPr>
            <a:lvl2pPr lvl="1"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2pPr>
            <a:lvl3pPr lvl="2"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3pPr>
            <a:lvl4pPr lvl="3"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4pPr>
            <a:lvl5pPr lvl="4"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5pPr>
            <a:lvl6pPr lvl="5"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6pPr>
            <a:lvl7pPr lvl="6"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7pPr>
            <a:lvl8pPr lvl="7"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8pPr>
            <a:lvl9pPr lvl="8" algn="ctr">
              <a:spcBef>
                <a:spcPts val="0"/>
              </a:spcBef>
              <a:spcAft>
                <a:spcPts val="0"/>
              </a:spcAft>
              <a:buClr>
                <a:schemeClr val="lt1"/>
              </a:buClr>
              <a:buSzPts val="6000"/>
              <a:buFont typeface="Archivo SemiBold"/>
              <a:buNone/>
              <a:defRPr sz="6000">
                <a:solidFill>
                  <a:schemeClr val="lt1"/>
                </a:solidFill>
                <a:latin typeface="Archivo SemiBold"/>
                <a:ea typeface="Archivo SemiBold"/>
                <a:cs typeface="Archivo SemiBold"/>
                <a:sym typeface="Archivo SemiBold"/>
              </a:defRPr>
            </a:lvl9pPr>
          </a:lstStyle>
          <a:p/>
        </p:txBody>
      </p:sp>
      <p:sp>
        <p:nvSpPr>
          <p:cNvPr id="11" name="Google Shape;11;p2"/>
          <p:cNvSpPr txBox="1"/>
          <p:nvPr>
            <p:ph idx="1" type="subTitle"/>
          </p:nvPr>
        </p:nvSpPr>
        <p:spPr>
          <a:xfrm>
            <a:off x="390550" y="1430263"/>
            <a:ext cx="83727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BM Plex Serif SemiBold"/>
              <a:buNone/>
              <a:defRPr>
                <a:solidFill>
                  <a:schemeClr val="lt1"/>
                </a:solidFill>
              </a:defRPr>
            </a:lvl1pPr>
            <a:lvl2pPr lvl="1" algn="ctr">
              <a:spcBef>
                <a:spcPts val="0"/>
              </a:spcBef>
              <a:spcAft>
                <a:spcPts val="0"/>
              </a:spcAft>
              <a:buClr>
                <a:schemeClr val="lt1"/>
              </a:buClr>
              <a:buSzPts val="1600"/>
              <a:buFont typeface="IBM Plex Serif SemiBold"/>
              <a:buNone/>
              <a:defRPr>
                <a:solidFill>
                  <a:schemeClr val="lt1"/>
                </a:solidFill>
              </a:defRPr>
            </a:lvl2pPr>
            <a:lvl3pPr lvl="2" algn="ctr">
              <a:spcBef>
                <a:spcPts val="0"/>
              </a:spcBef>
              <a:spcAft>
                <a:spcPts val="0"/>
              </a:spcAft>
              <a:buClr>
                <a:schemeClr val="lt1"/>
              </a:buClr>
              <a:buSzPts val="1600"/>
              <a:buFont typeface="IBM Plex Serif SemiBold"/>
              <a:buNone/>
              <a:defRPr>
                <a:solidFill>
                  <a:schemeClr val="lt1"/>
                </a:solidFill>
              </a:defRPr>
            </a:lvl3pPr>
            <a:lvl4pPr lvl="3" algn="ctr">
              <a:spcBef>
                <a:spcPts val="0"/>
              </a:spcBef>
              <a:spcAft>
                <a:spcPts val="0"/>
              </a:spcAft>
              <a:buClr>
                <a:schemeClr val="lt1"/>
              </a:buClr>
              <a:buSzPts val="1600"/>
              <a:buFont typeface="IBM Plex Serif SemiBold"/>
              <a:buNone/>
              <a:defRPr>
                <a:solidFill>
                  <a:schemeClr val="lt1"/>
                </a:solidFill>
              </a:defRPr>
            </a:lvl4pPr>
            <a:lvl5pPr lvl="4" algn="ctr">
              <a:spcBef>
                <a:spcPts val="0"/>
              </a:spcBef>
              <a:spcAft>
                <a:spcPts val="0"/>
              </a:spcAft>
              <a:buClr>
                <a:schemeClr val="lt1"/>
              </a:buClr>
              <a:buSzPts val="1600"/>
              <a:buFont typeface="IBM Plex Serif SemiBold"/>
              <a:buNone/>
              <a:defRPr>
                <a:solidFill>
                  <a:schemeClr val="lt1"/>
                </a:solidFill>
              </a:defRPr>
            </a:lvl5pPr>
            <a:lvl6pPr lvl="5" algn="ctr">
              <a:spcBef>
                <a:spcPts val="0"/>
              </a:spcBef>
              <a:spcAft>
                <a:spcPts val="0"/>
              </a:spcAft>
              <a:buClr>
                <a:schemeClr val="lt1"/>
              </a:buClr>
              <a:buSzPts val="1600"/>
              <a:buFont typeface="IBM Plex Serif SemiBold"/>
              <a:buNone/>
              <a:defRPr>
                <a:solidFill>
                  <a:schemeClr val="lt1"/>
                </a:solidFill>
              </a:defRPr>
            </a:lvl6pPr>
            <a:lvl7pPr lvl="6" algn="ctr">
              <a:spcBef>
                <a:spcPts val="0"/>
              </a:spcBef>
              <a:spcAft>
                <a:spcPts val="0"/>
              </a:spcAft>
              <a:buClr>
                <a:schemeClr val="lt1"/>
              </a:buClr>
              <a:buSzPts val="1600"/>
              <a:buFont typeface="IBM Plex Serif SemiBold"/>
              <a:buNone/>
              <a:defRPr>
                <a:solidFill>
                  <a:schemeClr val="lt1"/>
                </a:solidFill>
              </a:defRPr>
            </a:lvl7pPr>
            <a:lvl8pPr lvl="7" algn="ctr">
              <a:spcBef>
                <a:spcPts val="0"/>
              </a:spcBef>
              <a:spcAft>
                <a:spcPts val="0"/>
              </a:spcAft>
              <a:buClr>
                <a:schemeClr val="lt1"/>
              </a:buClr>
              <a:buSzPts val="1600"/>
              <a:buFont typeface="IBM Plex Serif SemiBold"/>
              <a:buNone/>
              <a:defRPr>
                <a:solidFill>
                  <a:schemeClr val="lt1"/>
                </a:solidFill>
              </a:defRPr>
            </a:lvl8pPr>
            <a:lvl9pPr lvl="8" algn="ctr">
              <a:spcBef>
                <a:spcPts val="0"/>
              </a:spcBef>
              <a:spcAft>
                <a:spcPts val="0"/>
              </a:spcAft>
              <a:buClr>
                <a:schemeClr val="lt1"/>
              </a:buClr>
              <a:buSzPts val="1600"/>
              <a:buFont typeface="IBM Plex Serif SemiBold"/>
              <a:buNone/>
              <a:defRPr>
                <a:solidFill>
                  <a:schemeClr val="lt1"/>
                </a:solidFill>
              </a:defRPr>
            </a:lvl9pPr>
          </a:lstStyle>
          <a:p/>
        </p:txBody>
      </p:sp>
      <p:cxnSp>
        <p:nvCxnSpPr>
          <p:cNvPr id="12" name="Google Shape;12;p2"/>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13" name="Google Shape;13;p2"/>
          <p:cNvSpPr txBox="1"/>
          <p:nvPr>
            <p:ph idx="12"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3"/>
          <p:cNvSpPr txBox="1"/>
          <p:nvPr>
            <p:ph type="title"/>
          </p:nvPr>
        </p:nvSpPr>
        <p:spPr>
          <a:xfrm>
            <a:off x="390550" y="575525"/>
            <a:ext cx="8372700" cy="968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4000"/>
              <a:buFont typeface="Archivo SemiBold"/>
              <a:buNone/>
              <a:defRPr/>
            </a:lvl1pPr>
            <a:lvl2pPr lvl="1"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2pPr>
            <a:lvl3pPr lvl="2"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3pPr>
            <a:lvl4pPr lvl="3"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4pPr>
            <a:lvl5pPr lvl="4"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5pPr>
            <a:lvl6pPr lvl="5"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6pPr>
            <a:lvl7pPr lvl="6"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7pPr>
            <a:lvl8pPr lvl="7"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8pPr>
            <a:lvl9pPr lvl="8" algn="ctr">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9pPr>
          </a:lstStyle>
          <a:p/>
        </p:txBody>
      </p:sp>
      <p:sp>
        <p:nvSpPr>
          <p:cNvPr id="17" name="Google Shape;17;p3"/>
          <p:cNvSpPr txBox="1"/>
          <p:nvPr>
            <p:ph idx="1" type="subTitle"/>
          </p:nvPr>
        </p:nvSpPr>
        <p:spPr>
          <a:xfrm>
            <a:off x="597000" y="1740250"/>
            <a:ext cx="1987500" cy="6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None/>
              <a:defRPr>
                <a:solidFill>
                  <a:schemeClr val="lt2"/>
                </a:solidFill>
              </a:defRPr>
            </a:lvl2pPr>
            <a:lvl3pPr lvl="2">
              <a:spcBef>
                <a:spcPts val="0"/>
              </a:spcBef>
              <a:spcAft>
                <a:spcPts val="0"/>
              </a:spcAft>
              <a:buClr>
                <a:schemeClr val="lt2"/>
              </a:buClr>
              <a:buSzPts val="1600"/>
              <a:buNone/>
              <a:defRPr>
                <a:solidFill>
                  <a:schemeClr val="lt2"/>
                </a:solidFill>
              </a:defRPr>
            </a:lvl3pPr>
            <a:lvl4pPr lvl="3">
              <a:spcBef>
                <a:spcPts val="0"/>
              </a:spcBef>
              <a:spcAft>
                <a:spcPts val="0"/>
              </a:spcAft>
              <a:buClr>
                <a:schemeClr val="lt2"/>
              </a:buClr>
              <a:buSzPts val="1600"/>
              <a:buNone/>
              <a:defRPr>
                <a:solidFill>
                  <a:schemeClr val="lt2"/>
                </a:solidFill>
              </a:defRPr>
            </a:lvl4pPr>
            <a:lvl5pPr lvl="4">
              <a:spcBef>
                <a:spcPts val="0"/>
              </a:spcBef>
              <a:spcAft>
                <a:spcPts val="0"/>
              </a:spcAft>
              <a:buClr>
                <a:schemeClr val="lt2"/>
              </a:buClr>
              <a:buSzPts val="1600"/>
              <a:buNone/>
              <a:defRPr>
                <a:solidFill>
                  <a:schemeClr val="lt2"/>
                </a:solidFill>
              </a:defRPr>
            </a:lvl5pPr>
            <a:lvl6pPr lvl="5">
              <a:spcBef>
                <a:spcPts val="0"/>
              </a:spcBef>
              <a:spcAft>
                <a:spcPts val="0"/>
              </a:spcAft>
              <a:buClr>
                <a:schemeClr val="lt2"/>
              </a:buClr>
              <a:buSzPts val="1600"/>
              <a:buNone/>
              <a:defRPr>
                <a:solidFill>
                  <a:schemeClr val="lt2"/>
                </a:solidFill>
              </a:defRPr>
            </a:lvl6pPr>
            <a:lvl7pPr lvl="6">
              <a:spcBef>
                <a:spcPts val="0"/>
              </a:spcBef>
              <a:spcAft>
                <a:spcPts val="0"/>
              </a:spcAft>
              <a:buClr>
                <a:schemeClr val="lt2"/>
              </a:buClr>
              <a:buSzPts val="1600"/>
              <a:buNone/>
              <a:defRPr>
                <a:solidFill>
                  <a:schemeClr val="lt2"/>
                </a:solidFill>
              </a:defRPr>
            </a:lvl7pPr>
            <a:lvl8pPr lvl="7">
              <a:spcBef>
                <a:spcPts val="0"/>
              </a:spcBef>
              <a:spcAft>
                <a:spcPts val="0"/>
              </a:spcAft>
              <a:buClr>
                <a:schemeClr val="lt2"/>
              </a:buClr>
              <a:buSzPts val="1600"/>
              <a:buNone/>
              <a:defRPr>
                <a:solidFill>
                  <a:schemeClr val="lt2"/>
                </a:solidFill>
              </a:defRPr>
            </a:lvl8pPr>
            <a:lvl9pPr lvl="8">
              <a:spcBef>
                <a:spcPts val="0"/>
              </a:spcBef>
              <a:spcAft>
                <a:spcPts val="0"/>
              </a:spcAft>
              <a:buClr>
                <a:schemeClr val="lt2"/>
              </a:buClr>
              <a:buSzPts val="1600"/>
              <a:buNone/>
              <a:defRPr>
                <a:solidFill>
                  <a:schemeClr val="lt2"/>
                </a:solidFill>
              </a:defRPr>
            </a:lvl9pPr>
          </a:lstStyle>
          <a:p/>
        </p:txBody>
      </p:sp>
      <p:sp>
        <p:nvSpPr>
          <p:cNvPr id="18" name="Google Shape;18;p3"/>
          <p:cNvSpPr txBox="1"/>
          <p:nvPr>
            <p:ph idx="2" type="subTitle"/>
          </p:nvPr>
        </p:nvSpPr>
        <p:spPr>
          <a:xfrm>
            <a:off x="2584500" y="1740250"/>
            <a:ext cx="1987500" cy="6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None/>
              <a:defRPr>
                <a:solidFill>
                  <a:schemeClr val="lt2"/>
                </a:solidFill>
              </a:defRPr>
            </a:lvl2pPr>
            <a:lvl3pPr lvl="2">
              <a:spcBef>
                <a:spcPts val="0"/>
              </a:spcBef>
              <a:spcAft>
                <a:spcPts val="0"/>
              </a:spcAft>
              <a:buClr>
                <a:schemeClr val="lt2"/>
              </a:buClr>
              <a:buSzPts val="1600"/>
              <a:buNone/>
              <a:defRPr>
                <a:solidFill>
                  <a:schemeClr val="lt2"/>
                </a:solidFill>
              </a:defRPr>
            </a:lvl3pPr>
            <a:lvl4pPr lvl="3">
              <a:spcBef>
                <a:spcPts val="0"/>
              </a:spcBef>
              <a:spcAft>
                <a:spcPts val="0"/>
              </a:spcAft>
              <a:buClr>
                <a:schemeClr val="lt2"/>
              </a:buClr>
              <a:buSzPts val="1600"/>
              <a:buNone/>
              <a:defRPr>
                <a:solidFill>
                  <a:schemeClr val="lt2"/>
                </a:solidFill>
              </a:defRPr>
            </a:lvl4pPr>
            <a:lvl5pPr lvl="4">
              <a:spcBef>
                <a:spcPts val="0"/>
              </a:spcBef>
              <a:spcAft>
                <a:spcPts val="0"/>
              </a:spcAft>
              <a:buClr>
                <a:schemeClr val="lt2"/>
              </a:buClr>
              <a:buSzPts val="1600"/>
              <a:buNone/>
              <a:defRPr>
                <a:solidFill>
                  <a:schemeClr val="lt2"/>
                </a:solidFill>
              </a:defRPr>
            </a:lvl5pPr>
            <a:lvl6pPr lvl="5">
              <a:spcBef>
                <a:spcPts val="0"/>
              </a:spcBef>
              <a:spcAft>
                <a:spcPts val="0"/>
              </a:spcAft>
              <a:buClr>
                <a:schemeClr val="lt2"/>
              </a:buClr>
              <a:buSzPts val="1600"/>
              <a:buNone/>
              <a:defRPr>
                <a:solidFill>
                  <a:schemeClr val="lt2"/>
                </a:solidFill>
              </a:defRPr>
            </a:lvl6pPr>
            <a:lvl7pPr lvl="6">
              <a:spcBef>
                <a:spcPts val="0"/>
              </a:spcBef>
              <a:spcAft>
                <a:spcPts val="0"/>
              </a:spcAft>
              <a:buClr>
                <a:schemeClr val="lt2"/>
              </a:buClr>
              <a:buSzPts val="1600"/>
              <a:buNone/>
              <a:defRPr>
                <a:solidFill>
                  <a:schemeClr val="lt2"/>
                </a:solidFill>
              </a:defRPr>
            </a:lvl7pPr>
            <a:lvl8pPr lvl="7">
              <a:spcBef>
                <a:spcPts val="0"/>
              </a:spcBef>
              <a:spcAft>
                <a:spcPts val="0"/>
              </a:spcAft>
              <a:buClr>
                <a:schemeClr val="lt2"/>
              </a:buClr>
              <a:buSzPts val="1600"/>
              <a:buNone/>
              <a:defRPr>
                <a:solidFill>
                  <a:schemeClr val="lt2"/>
                </a:solidFill>
              </a:defRPr>
            </a:lvl8pPr>
            <a:lvl9pPr lvl="8">
              <a:spcBef>
                <a:spcPts val="0"/>
              </a:spcBef>
              <a:spcAft>
                <a:spcPts val="0"/>
              </a:spcAft>
              <a:buClr>
                <a:schemeClr val="lt2"/>
              </a:buClr>
              <a:buSzPts val="1600"/>
              <a:buNone/>
              <a:defRPr>
                <a:solidFill>
                  <a:schemeClr val="lt2"/>
                </a:solidFill>
              </a:defRPr>
            </a:lvl9pPr>
          </a:lstStyle>
          <a:p/>
        </p:txBody>
      </p:sp>
      <p:sp>
        <p:nvSpPr>
          <p:cNvPr id="19" name="Google Shape;19;p3"/>
          <p:cNvSpPr txBox="1"/>
          <p:nvPr>
            <p:ph idx="3" type="subTitle"/>
          </p:nvPr>
        </p:nvSpPr>
        <p:spPr>
          <a:xfrm>
            <a:off x="4572000" y="1740250"/>
            <a:ext cx="1987500" cy="6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None/>
              <a:defRPr>
                <a:solidFill>
                  <a:schemeClr val="lt2"/>
                </a:solidFill>
              </a:defRPr>
            </a:lvl2pPr>
            <a:lvl3pPr lvl="2">
              <a:spcBef>
                <a:spcPts val="0"/>
              </a:spcBef>
              <a:spcAft>
                <a:spcPts val="0"/>
              </a:spcAft>
              <a:buClr>
                <a:schemeClr val="lt2"/>
              </a:buClr>
              <a:buSzPts val="1600"/>
              <a:buNone/>
              <a:defRPr>
                <a:solidFill>
                  <a:schemeClr val="lt2"/>
                </a:solidFill>
              </a:defRPr>
            </a:lvl3pPr>
            <a:lvl4pPr lvl="3">
              <a:spcBef>
                <a:spcPts val="0"/>
              </a:spcBef>
              <a:spcAft>
                <a:spcPts val="0"/>
              </a:spcAft>
              <a:buClr>
                <a:schemeClr val="lt2"/>
              </a:buClr>
              <a:buSzPts val="1600"/>
              <a:buNone/>
              <a:defRPr>
                <a:solidFill>
                  <a:schemeClr val="lt2"/>
                </a:solidFill>
              </a:defRPr>
            </a:lvl4pPr>
            <a:lvl5pPr lvl="4">
              <a:spcBef>
                <a:spcPts val="0"/>
              </a:spcBef>
              <a:spcAft>
                <a:spcPts val="0"/>
              </a:spcAft>
              <a:buClr>
                <a:schemeClr val="lt2"/>
              </a:buClr>
              <a:buSzPts val="1600"/>
              <a:buNone/>
              <a:defRPr>
                <a:solidFill>
                  <a:schemeClr val="lt2"/>
                </a:solidFill>
              </a:defRPr>
            </a:lvl5pPr>
            <a:lvl6pPr lvl="5">
              <a:spcBef>
                <a:spcPts val="0"/>
              </a:spcBef>
              <a:spcAft>
                <a:spcPts val="0"/>
              </a:spcAft>
              <a:buClr>
                <a:schemeClr val="lt2"/>
              </a:buClr>
              <a:buSzPts val="1600"/>
              <a:buNone/>
              <a:defRPr>
                <a:solidFill>
                  <a:schemeClr val="lt2"/>
                </a:solidFill>
              </a:defRPr>
            </a:lvl6pPr>
            <a:lvl7pPr lvl="6">
              <a:spcBef>
                <a:spcPts val="0"/>
              </a:spcBef>
              <a:spcAft>
                <a:spcPts val="0"/>
              </a:spcAft>
              <a:buClr>
                <a:schemeClr val="lt2"/>
              </a:buClr>
              <a:buSzPts val="1600"/>
              <a:buNone/>
              <a:defRPr>
                <a:solidFill>
                  <a:schemeClr val="lt2"/>
                </a:solidFill>
              </a:defRPr>
            </a:lvl7pPr>
            <a:lvl8pPr lvl="7">
              <a:spcBef>
                <a:spcPts val="0"/>
              </a:spcBef>
              <a:spcAft>
                <a:spcPts val="0"/>
              </a:spcAft>
              <a:buClr>
                <a:schemeClr val="lt2"/>
              </a:buClr>
              <a:buSzPts val="1600"/>
              <a:buNone/>
              <a:defRPr>
                <a:solidFill>
                  <a:schemeClr val="lt2"/>
                </a:solidFill>
              </a:defRPr>
            </a:lvl8pPr>
            <a:lvl9pPr lvl="8">
              <a:spcBef>
                <a:spcPts val="0"/>
              </a:spcBef>
              <a:spcAft>
                <a:spcPts val="0"/>
              </a:spcAft>
              <a:buClr>
                <a:schemeClr val="lt2"/>
              </a:buClr>
              <a:buSzPts val="1600"/>
              <a:buNone/>
              <a:defRPr>
                <a:solidFill>
                  <a:schemeClr val="lt2"/>
                </a:solidFill>
              </a:defRPr>
            </a:lvl9pPr>
          </a:lstStyle>
          <a:p/>
        </p:txBody>
      </p:sp>
      <p:sp>
        <p:nvSpPr>
          <p:cNvPr id="20" name="Google Shape;20;p3"/>
          <p:cNvSpPr txBox="1"/>
          <p:nvPr>
            <p:ph idx="4" type="subTitle"/>
          </p:nvPr>
        </p:nvSpPr>
        <p:spPr>
          <a:xfrm>
            <a:off x="6559500" y="1740250"/>
            <a:ext cx="1987500" cy="6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None/>
              <a:defRPr>
                <a:solidFill>
                  <a:schemeClr val="lt2"/>
                </a:solidFill>
              </a:defRPr>
            </a:lvl2pPr>
            <a:lvl3pPr lvl="2">
              <a:spcBef>
                <a:spcPts val="0"/>
              </a:spcBef>
              <a:spcAft>
                <a:spcPts val="0"/>
              </a:spcAft>
              <a:buClr>
                <a:schemeClr val="lt2"/>
              </a:buClr>
              <a:buSzPts val="1600"/>
              <a:buNone/>
              <a:defRPr>
                <a:solidFill>
                  <a:schemeClr val="lt2"/>
                </a:solidFill>
              </a:defRPr>
            </a:lvl3pPr>
            <a:lvl4pPr lvl="3">
              <a:spcBef>
                <a:spcPts val="0"/>
              </a:spcBef>
              <a:spcAft>
                <a:spcPts val="0"/>
              </a:spcAft>
              <a:buClr>
                <a:schemeClr val="lt2"/>
              </a:buClr>
              <a:buSzPts val="1600"/>
              <a:buNone/>
              <a:defRPr>
                <a:solidFill>
                  <a:schemeClr val="lt2"/>
                </a:solidFill>
              </a:defRPr>
            </a:lvl4pPr>
            <a:lvl5pPr lvl="4">
              <a:spcBef>
                <a:spcPts val="0"/>
              </a:spcBef>
              <a:spcAft>
                <a:spcPts val="0"/>
              </a:spcAft>
              <a:buClr>
                <a:schemeClr val="lt2"/>
              </a:buClr>
              <a:buSzPts val="1600"/>
              <a:buNone/>
              <a:defRPr>
                <a:solidFill>
                  <a:schemeClr val="lt2"/>
                </a:solidFill>
              </a:defRPr>
            </a:lvl5pPr>
            <a:lvl6pPr lvl="5">
              <a:spcBef>
                <a:spcPts val="0"/>
              </a:spcBef>
              <a:spcAft>
                <a:spcPts val="0"/>
              </a:spcAft>
              <a:buClr>
                <a:schemeClr val="lt2"/>
              </a:buClr>
              <a:buSzPts val="1600"/>
              <a:buNone/>
              <a:defRPr>
                <a:solidFill>
                  <a:schemeClr val="lt2"/>
                </a:solidFill>
              </a:defRPr>
            </a:lvl6pPr>
            <a:lvl7pPr lvl="6">
              <a:spcBef>
                <a:spcPts val="0"/>
              </a:spcBef>
              <a:spcAft>
                <a:spcPts val="0"/>
              </a:spcAft>
              <a:buClr>
                <a:schemeClr val="lt2"/>
              </a:buClr>
              <a:buSzPts val="1600"/>
              <a:buNone/>
              <a:defRPr>
                <a:solidFill>
                  <a:schemeClr val="lt2"/>
                </a:solidFill>
              </a:defRPr>
            </a:lvl7pPr>
            <a:lvl8pPr lvl="7">
              <a:spcBef>
                <a:spcPts val="0"/>
              </a:spcBef>
              <a:spcAft>
                <a:spcPts val="0"/>
              </a:spcAft>
              <a:buClr>
                <a:schemeClr val="lt2"/>
              </a:buClr>
              <a:buSzPts val="1600"/>
              <a:buNone/>
              <a:defRPr>
                <a:solidFill>
                  <a:schemeClr val="lt2"/>
                </a:solidFill>
              </a:defRPr>
            </a:lvl8pPr>
            <a:lvl9pPr lvl="8">
              <a:spcBef>
                <a:spcPts val="0"/>
              </a:spcBef>
              <a:spcAft>
                <a:spcPts val="0"/>
              </a:spcAft>
              <a:buClr>
                <a:schemeClr val="lt2"/>
              </a:buClr>
              <a:buSzPts val="1600"/>
              <a:buNone/>
              <a:defRPr>
                <a:solidFill>
                  <a:schemeClr val="lt2"/>
                </a:solidFill>
              </a:defRPr>
            </a:lvl9pPr>
          </a:lstStyle>
          <a:p/>
        </p:txBody>
      </p:sp>
      <p:sp>
        <p:nvSpPr>
          <p:cNvPr id="21" name="Google Shape;21;p3"/>
          <p:cNvSpPr txBox="1"/>
          <p:nvPr>
            <p:ph idx="5" type="body"/>
          </p:nvPr>
        </p:nvSpPr>
        <p:spPr>
          <a:xfrm>
            <a:off x="597000" y="2357950"/>
            <a:ext cx="1987500" cy="1956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22" name="Google Shape;22;p3"/>
          <p:cNvSpPr txBox="1"/>
          <p:nvPr>
            <p:ph idx="6" type="body"/>
          </p:nvPr>
        </p:nvSpPr>
        <p:spPr>
          <a:xfrm>
            <a:off x="2584500" y="2357950"/>
            <a:ext cx="1987500" cy="1956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23" name="Google Shape;23;p3"/>
          <p:cNvSpPr txBox="1"/>
          <p:nvPr>
            <p:ph idx="7" type="body"/>
          </p:nvPr>
        </p:nvSpPr>
        <p:spPr>
          <a:xfrm>
            <a:off x="4572000" y="2357950"/>
            <a:ext cx="1987500" cy="1956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24" name="Google Shape;24;p3"/>
          <p:cNvSpPr txBox="1"/>
          <p:nvPr>
            <p:ph idx="8" type="body"/>
          </p:nvPr>
        </p:nvSpPr>
        <p:spPr>
          <a:xfrm>
            <a:off x="6559500" y="2357950"/>
            <a:ext cx="1987500" cy="1956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cxnSp>
        <p:nvCxnSpPr>
          <p:cNvPr id="25" name="Google Shape;25;p3"/>
          <p:cNvCxnSpPr/>
          <p:nvPr/>
        </p:nvCxnSpPr>
        <p:spPr>
          <a:xfrm>
            <a:off x="390550" y="378925"/>
            <a:ext cx="8372700" cy="0"/>
          </a:xfrm>
          <a:prstGeom prst="straightConnector1">
            <a:avLst/>
          </a:prstGeom>
          <a:noFill/>
          <a:ln cap="flat" cmpd="sng" w="9525">
            <a:solidFill>
              <a:schemeClr val="lt2"/>
            </a:solidFill>
            <a:prstDash val="solid"/>
            <a:round/>
            <a:headEnd len="med" w="med" type="none"/>
            <a:tailEnd len="med" w="med" type="none"/>
          </a:ln>
        </p:spPr>
      </p:cxnSp>
      <p:sp>
        <p:nvSpPr>
          <p:cNvPr id="26" name="Google Shape;26;p3"/>
          <p:cNvSpPr txBox="1"/>
          <p:nvPr>
            <p:ph idx="9"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2"/>
                </a:solidFill>
                <a:latin typeface="Archivo"/>
                <a:ea typeface="Archivo"/>
                <a:cs typeface="Archivo"/>
                <a:sym typeface="Archivo"/>
              </a:defRPr>
            </a:lvl1pPr>
            <a:lvl2pPr lvl="1" rtl="0" algn="l">
              <a:buNone/>
              <a:defRPr sz="1000">
                <a:solidFill>
                  <a:schemeClr val="lt2"/>
                </a:solidFill>
                <a:latin typeface="Archivo"/>
                <a:ea typeface="Archivo"/>
                <a:cs typeface="Archivo"/>
                <a:sym typeface="Archivo"/>
              </a:defRPr>
            </a:lvl2pPr>
            <a:lvl3pPr lvl="2" rtl="0" algn="l">
              <a:buNone/>
              <a:defRPr sz="1000">
                <a:solidFill>
                  <a:schemeClr val="lt2"/>
                </a:solidFill>
                <a:latin typeface="Archivo"/>
                <a:ea typeface="Archivo"/>
                <a:cs typeface="Archivo"/>
                <a:sym typeface="Archivo"/>
              </a:defRPr>
            </a:lvl3pPr>
            <a:lvl4pPr lvl="3" rtl="0" algn="l">
              <a:buNone/>
              <a:defRPr sz="1000">
                <a:solidFill>
                  <a:schemeClr val="lt2"/>
                </a:solidFill>
                <a:latin typeface="Archivo"/>
                <a:ea typeface="Archivo"/>
                <a:cs typeface="Archivo"/>
                <a:sym typeface="Archivo"/>
              </a:defRPr>
            </a:lvl4pPr>
            <a:lvl5pPr lvl="4" rtl="0" algn="l">
              <a:buNone/>
              <a:defRPr sz="1000">
                <a:solidFill>
                  <a:schemeClr val="lt2"/>
                </a:solidFill>
                <a:latin typeface="Archivo"/>
                <a:ea typeface="Archivo"/>
                <a:cs typeface="Archivo"/>
                <a:sym typeface="Archivo"/>
              </a:defRPr>
            </a:lvl5pPr>
            <a:lvl6pPr lvl="5" rtl="0" algn="l">
              <a:buNone/>
              <a:defRPr sz="1000">
                <a:solidFill>
                  <a:schemeClr val="lt2"/>
                </a:solidFill>
                <a:latin typeface="Archivo"/>
                <a:ea typeface="Archivo"/>
                <a:cs typeface="Archivo"/>
                <a:sym typeface="Archivo"/>
              </a:defRPr>
            </a:lvl6pPr>
            <a:lvl7pPr lvl="6" rtl="0" algn="l">
              <a:buNone/>
              <a:defRPr sz="1000">
                <a:solidFill>
                  <a:schemeClr val="lt2"/>
                </a:solidFill>
                <a:latin typeface="Archivo"/>
                <a:ea typeface="Archivo"/>
                <a:cs typeface="Archivo"/>
                <a:sym typeface="Archivo"/>
              </a:defRPr>
            </a:lvl7pPr>
            <a:lvl8pPr lvl="7" rtl="0" algn="l">
              <a:buNone/>
              <a:defRPr sz="1000">
                <a:solidFill>
                  <a:schemeClr val="lt2"/>
                </a:solidFill>
                <a:latin typeface="Archivo"/>
                <a:ea typeface="Archivo"/>
                <a:cs typeface="Archivo"/>
                <a:sym typeface="Archivo"/>
              </a:defRPr>
            </a:lvl8pPr>
            <a:lvl9pPr lvl="8" rtl="0" algn="l">
              <a:buNone/>
              <a:defRPr sz="1000">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ny Structure" type="tx">
  <p:cSld name="TITLE_AND_BODY">
    <p:bg>
      <p:bgPr>
        <a:solidFill>
          <a:schemeClr val="dk2"/>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887950" y="2076850"/>
            <a:ext cx="1536600" cy="2035200"/>
          </a:xfrm>
          <a:prstGeom prst="roundRect">
            <a:avLst>
              <a:gd fmla="val 50000" name="adj"/>
            </a:avLst>
          </a:prstGeom>
          <a:noFill/>
          <a:ln>
            <a:noFill/>
          </a:ln>
        </p:spPr>
      </p:sp>
      <p:sp>
        <p:nvSpPr>
          <p:cNvPr id="29" name="Google Shape;29;p4"/>
          <p:cNvSpPr/>
          <p:nvPr>
            <p:ph idx="3" type="pic"/>
          </p:nvPr>
        </p:nvSpPr>
        <p:spPr>
          <a:xfrm>
            <a:off x="2831750" y="2076850"/>
            <a:ext cx="1536600" cy="2035200"/>
          </a:xfrm>
          <a:prstGeom prst="roundRect">
            <a:avLst>
              <a:gd fmla="val 50000" name="adj"/>
            </a:avLst>
          </a:prstGeom>
          <a:noFill/>
          <a:ln>
            <a:noFill/>
          </a:ln>
        </p:spPr>
      </p:sp>
      <p:sp>
        <p:nvSpPr>
          <p:cNvPr id="30" name="Google Shape;30;p4"/>
          <p:cNvSpPr/>
          <p:nvPr>
            <p:ph idx="4" type="pic"/>
          </p:nvPr>
        </p:nvSpPr>
        <p:spPr>
          <a:xfrm>
            <a:off x="4775713" y="2076850"/>
            <a:ext cx="1536600" cy="2035200"/>
          </a:xfrm>
          <a:prstGeom prst="roundRect">
            <a:avLst>
              <a:gd fmla="val 50000" name="adj"/>
            </a:avLst>
          </a:prstGeom>
          <a:noFill/>
          <a:ln>
            <a:noFill/>
          </a:ln>
        </p:spPr>
      </p:sp>
      <p:sp>
        <p:nvSpPr>
          <p:cNvPr id="31" name="Google Shape;31;p4"/>
          <p:cNvSpPr/>
          <p:nvPr>
            <p:ph idx="5" type="pic"/>
          </p:nvPr>
        </p:nvSpPr>
        <p:spPr>
          <a:xfrm>
            <a:off x="6719663" y="2076850"/>
            <a:ext cx="1536600" cy="2035200"/>
          </a:xfrm>
          <a:prstGeom prst="roundRect">
            <a:avLst>
              <a:gd fmla="val 50000" name="adj"/>
            </a:avLst>
          </a:prstGeom>
          <a:noFill/>
          <a:ln>
            <a:noFill/>
          </a:ln>
        </p:spPr>
      </p:sp>
      <p:sp>
        <p:nvSpPr>
          <p:cNvPr id="32" name="Google Shape;32;p4"/>
          <p:cNvSpPr txBox="1"/>
          <p:nvPr>
            <p:ph type="title"/>
          </p:nvPr>
        </p:nvSpPr>
        <p:spPr>
          <a:xfrm>
            <a:off x="390550" y="575525"/>
            <a:ext cx="8372700" cy="968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Font typeface="Archivo SemiBold"/>
              <a:buNone/>
              <a:defRPr>
                <a:solidFill>
                  <a:schemeClr val="lt1"/>
                </a:solidFill>
              </a:defRPr>
            </a:lvl1pPr>
            <a:lvl2pPr lvl="1"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2pPr>
            <a:lvl3pPr lvl="2"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3pPr>
            <a:lvl4pPr lvl="3"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4pPr>
            <a:lvl5pPr lvl="4"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5pPr>
            <a:lvl6pPr lvl="5"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6pPr>
            <a:lvl7pPr lvl="6"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7pPr>
            <a:lvl8pPr lvl="7"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8pPr>
            <a:lvl9pPr lvl="8"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9pPr>
          </a:lstStyle>
          <a:p/>
        </p:txBody>
      </p:sp>
      <p:sp>
        <p:nvSpPr>
          <p:cNvPr id="33" name="Google Shape;33;p4"/>
          <p:cNvSpPr txBox="1"/>
          <p:nvPr>
            <p:ph idx="1" type="subTitle"/>
          </p:nvPr>
        </p:nvSpPr>
        <p:spPr>
          <a:xfrm>
            <a:off x="390550" y="1430263"/>
            <a:ext cx="83727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BM Plex Serif SemiBold"/>
              <a:buNone/>
              <a:defRPr>
                <a:solidFill>
                  <a:schemeClr val="lt1"/>
                </a:solidFill>
              </a:defRPr>
            </a:lvl1pPr>
            <a:lvl2pPr lvl="1" algn="ctr">
              <a:spcBef>
                <a:spcPts val="0"/>
              </a:spcBef>
              <a:spcAft>
                <a:spcPts val="0"/>
              </a:spcAft>
              <a:buClr>
                <a:schemeClr val="lt1"/>
              </a:buClr>
              <a:buSzPts val="1600"/>
              <a:buFont typeface="IBM Plex Serif SemiBold"/>
              <a:buNone/>
              <a:defRPr>
                <a:solidFill>
                  <a:schemeClr val="lt1"/>
                </a:solidFill>
              </a:defRPr>
            </a:lvl2pPr>
            <a:lvl3pPr lvl="2" algn="ctr">
              <a:spcBef>
                <a:spcPts val="0"/>
              </a:spcBef>
              <a:spcAft>
                <a:spcPts val="0"/>
              </a:spcAft>
              <a:buClr>
                <a:schemeClr val="lt1"/>
              </a:buClr>
              <a:buSzPts val="1600"/>
              <a:buFont typeface="IBM Plex Serif SemiBold"/>
              <a:buNone/>
              <a:defRPr>
                <a:solidFill>
                  <a:schemeClr val="lt1"/>
                </a:solidFill>
              </a:defRPr>
            </a:lvl3pPr>
            <a:lvl4pPr lvl="3" algn="ctr">
              <a:spcBef>
                <a:spcPts val="0"/>
              </a:spcBef>
              <a:spcAft>
                <a:spcPts val="0"/>
              </a:spcAft>
              <a:buClr>
                <a:schemeClr val="lt1"/>
              </a:buClr>
              <a:buSzPts val="1600"/>
              <a:buFont typeface="IBM Plex Serif SemiBold"/>
              <a:buNone/>
              <a:defRPr>
                <a:solidFill>
                  <a:schemeClr val="lt1"/>
                </a:solidFill>
              </a:defRPr>
            </a:lvl4pPr>
            <a:lvl5pPr lvl="4" algn="ctr">
              <a:spcBef>
                <a:spcPts val="0"/>
              </a:spcBef>
              <a:spcAft>
                <a:spcPts val="0"/>
              </a:spcAft>
              <a:buClr>
                <a:schemeClr val="lt1"/>
              </a:buClr>
              <a:buSzPts val="1600"/>
              <a:buFont typeface="IBM Plex Serif SemiBold"/>
              <a:buNone/>
              <a:defRPr>
                <a:solidFill>
                  <a:schemeClr val="lt1"/>
                </a:solidFill>
              </a:defRPr>
            </a:lvl5pPr>
            <a:lvl6pPr lvl="5" algn="ctr">
              <a:spcBef>
                <a:spcPts val="0"/>
              </a:spcBef>
              <a:spcAft>
                <a:spcPts val="0"/>
              </a:spcAft>
              <a:buClr>
                <a:schemeClr val="lt1"/>
              </a:buClr>
              <a:buSzPts val="1600"/>
              <a:buFont typeface="IBM Plex Serif SemiBold"/>
              <a:buNone/>
              <a:defRPr>
                <a:solidFill>
                  <a:schemeClr val="lt1"/>
                </a:solidFill>
              </a:defRPr>
            </a:lvl6pPr>
            <a:lvl7pPr lvl="6" algn="ctr">
              <a:spcBef>
                <a:spcPts val="0"/>
              </a:spcBef>
              <a:spcAft>
                <a:spcPts val="0"/>
              </a:spcAft>
              <a:buClr>
                <a:schemeClr val="lt1"/>
              </a:buClr>
              <a:buSzPts val="1600"/>
              <a:buFont typeface="IBM Plex Serif SemiBold"/>
              <a:buNone/>
              <a:defRPr>
                <a:solidFill>
                  <a:schemeClr val="lt1"/>
                </a:solidFill>
              </a:defRPr>
            </a:lvl7pPr>
            <a:lvl8pPr lvl="7" algn="ctr">
              <a:spcBef>
                <a:spcPts val="0"/>
              </a:spcBef>
              <a:spcAft>
                <a:spcPts val="0"/>
              </a:spcAft>
              <a:buClr>
                <a:schemeClr val="lt1"/>
              </a:buClr>
              <a:buSzPts val="1600"/>
              <a:buFont typeface="IBM Plex Serif SemiBold"/>
              <a:buNone/>
              <a:defRPr>
                <a:solidFill>
                  <a:schemeClr val="lt1"/>
                </a:solidFill>
              </a:defRPr>
            </a:lvl8pPr>
            <a:lvl9pPr lvl="8" algn="ctr">
              <a:spcBef>
                <a:spcPts val="0"/>
              </a:spcBef>
              <a:spcAft>
                <a:spcPts val="0"/>
              </a:spcAft>
              <a:buClr>
                <a:schemeClr val="lt1"/>
              </a:buClr>
              <a:buSzPts val="1600"/>
              <a:buFont typeface="IBM Plex Serif SemiBold"/>
              <a:buNone/>
              <a:defRPr>
                <a:solidFill>
                  <a:schemeClr val="lt1"/>
                </a:solidFill>
              </a:defRPr>
            </a:lvl9pPr>
          </a:lstStyle>
          <a:p/>
        </p:txBody>
      </p:sp>
      <p:sp>
        <p:nvSpPr>
          <p:cNvPr id="34" name="Google Shape;34;p4"/>
          <p:cNvSpPr txBox="1"/>
          <p:nvPr>
            <p:ph idx="6" type="subTitle"/>
          </p:nvPr>
        </p:nvSpPr>
        <p:spPr>
          <a:xfrm>
            <a:off x="887950" y="4112050"/>
            <a:ext cx="15366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35" name="Google Shape;35;p4"/>
          <p:cNvSpPr txBox="1"/>
          <p:nvPr>
            <p:ph idx="7" type="subTitle"/>
          </p:nvPr>
        </p:nvSpPr>
        <p:spPr>
          <a:xfrm>
            <a:off x="2831828" y="4112050"/>
            <a:ext cx="15366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36" name="Google Shape;36;p4"/>
          <p:cNvSpPr txBox="1"/>
          <p:nvPr>
            <p:ph idx="8" type="subTitle"/>
          </p:nvPr>
        </p:nvSpPr>
        <p:spPr>
          <a:xfrm>
            <a:off x="4775719" y="4112050"/>
            <a:ext cx="15366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37" name="Google Shape;37;p4"/>
          <p:cNvSpPr txBox="1"/>
          <p:nvPr>
            <p:ph idx="9" type="subTitle"/>
          </p:nvPr>
        </p:nvSpPr>
        <p:spPr>
          <a:xfrm>
            <a:off x="6719622" y="4112050"/>
            <a:ext cx="15366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cxnSp>
        <p:nvCxnSpPr>
          <p:cNvPr id="38" name="Google Shape;38;p4"/>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39" name="Google Shape;39;p4"/>
          <p:cNvSpPr txBox="1"/>
          <p:nvPr>
            <p:ph idx="12"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dership" type="twoColTx">
  <p:cSld name="TITLE_AND_TWO_COLUMNS">
    <p:bg>
      <p:bgPr>
        <a:solidFill>
          <a:schemeClr val="lt1"/>
        </a:solidFill>
      </p:bgPr>
    </p:bg>
    <p:spTree>
      <p:nvGrpSpPr>
        <p:cNvPr id="40" name="Shape 40"/>
        <p:cNvGrpSpPr/>
        <p:nvPr/>
      </p:nvGrpSpPr>
      <p:grpSpPr>
        <a:xfrm>
          <a:off x="0" y="0"/>
          <a:ext cx="0" cy="0"/>
          <a:chOff x="0" y="0"/>
          <a:chExt cx="0" cy="0"/>
        </a:xfrm>
      </p:grpSpPr>
      <p:sp>
        <p:nvSpPr>
          <p:cNvPr id="41" name="Google Shape;41;p5"/>
          <p:cNvSpPr/>
          <p:nvPr/>
        </p:nvSpPr>
        <p:spPr>
          <a:xfrm>
            <a:off x="162975" y="142400"/>
            <a:ext cx="3911700" cy="483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BM Plex Serif"/>
              <a:ea typeface="IBM Plex Serif"/>
              <a:cs typeface="IBM Plex Serif"/>
              <a:sym typeface="IBM Plex Serif"/>
            </a:endParaRPr>
          </a:p>
        </p:txBody>
      </p:sp>
      <p:sp>
        <p:nvSpPr>
          <p:cNvPr id="42" name="Google Shape;42;p5"/>
          <p:cNvSpPr/>
          <p:nvPr>
            <p:ph idx="2" type="pic"/>
          </p:nvPr>
        </p:nvSpPr>
        <p:spPr>
          <a:xfrm>
            <a:off x="996550" y="874499"/>
            <a:ext cx="2244600" cy="3330900"/>
          </a:xfrm>
          <a:prstGeom prst="roundRect">
            <a:avLst>
              <a:gd fmla="val 50000" name="adj"/>
            </a:avLst>
          </a:prstGeom>
          <a:noFill/>
          <a:ln>
            <a:noFill/>
          </a:ln>
        </p:spPr>
      </p:sp>
      <p:sp>
        <p:nvSpPr>
          <p:cNvPr id="43" name="Google Shape;43;p5"/>
          <p:cNvSpPr txBox="1"/>
          <p:nvPr>
            <p:ph idx="1" type="subTitle"/>
          </p:nvPr>
        </p:nvSpPr>
        <p:spPr>
          <a:xfrm>
            <a:off x="4643075" y="1724013"/>
            <a:ext cx="39117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1pPr>
            <a:lvl2pPr lvl="1"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2pPr>
            <a:lvl3pPr lvl="2"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3pPr>
            <a:lvl4pPr lvl="3"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4pPr>
            <a:lvl5pPr lvl="4"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5pPr>
            <a:lvl6pPr lvl="5"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6pPr>
            <a:lvl7pPr lvl="6"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7pPr>
            <a:lvl8pPr lvl="7"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8pPr>
            <a:lvl9pPr lvl="8" algn="ctr">
              <a:spcBef>
                <a:spcPts val="0"/>
              </a:spcBef>
              <a:spcAft>
                <a:spcPts val="0"/>
              </a:spcAft>
              <a:buClr>
                <a:schemeClr val="dk1"/>
              </a:buClr>
              <a:buSzPts val="2000"/>
              <a:buFont typeface="IBM Plex Serif Medium"/>
              <a:buNone/>
              <a:defRPr sz="2000">
                <a:latin typeface="IBM Plex Serif Medium"/>
                <a:ea typeface="IBM Plex Serif Medium"/>
                <a:cs typeface="IBM Plex Serif Medium"/>
                <a:sym typeface="IBM Plex Serif Medium"/>
              </a:defRPr>
            </a:lvl9pPr>
          </a:lstStyle>
          <a:p/>
        </p:txBody>
      </p:sp>
      <p:sp>
        <p:nvSpPr>
          <p:cNvPr id="44" name="Google Shape;44;p5"/>
          <p:cNvSpPr txBox="1"/>
          <p:nvPr>
            <p:ph idx="3" type="subTitle"/>
          </p:nvPr>
        </p:nvSpPr>
        <p:spPr>
          <a:xfrm>
            <a:off x="5622325" y="3180388"/>
            <a:ext cx="19770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1pPr>
            <a:lvl2pPr lvl="1"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2pPr>
            <a:lvl3pPr lvl="2"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3pPr>
            <a:lvl4pPr lvl="3"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4pPr>
            <a:lvl5pPr lvl="4"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5pPr>
            <a:lvl6pPr lvl="5"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6pPr>
            <a:lvl7pPr lvl="6"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7pPr>
            <a:lvl8pPr lvl="7"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8pPr>
            <a:lvl9pPr lvl="8" algn="ctr">
              <a:spcBef>
                <a:spcPts val="0"/>
              </a:spcBef>
              <a:spcAft>
                <a:spcPts val="0"/>
              </a:spcAft>
              <a:buClr>
                <a:schemeClr val="lt2"/>
              </a:buClr>
              <a:buSzPts val="1600"/>
              <a:buFont typeface="Archivo Medium"/>
              <a:buNone/>
              <a:defRPr>
                <a:solidFill>
                  <a:schemeClr val="lt2"/>
                </a:solidFill>
                <a:latin typeface="Archivo Medium"/>
                <a:ea typeface="Archivo Medium"/>
                <a:cs typeface="Archivo Medium"/>
                <a:sym typeface="Archivo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s" type="titleOnly">
  <p:cSld name="TITLE_ONLY">
    <p:bg>
      <p:bgPr>
        <a:solidFill>
          <a:schemeClr val="dk2"/>
        </a:solidFill>
      </p:bgPr>
    </p:bg>
    <p:spTree>
      <p:nvGrpSpPr>
        <p:cNvPr id="45" name="Shape 45"/>
        <p:cNvGrpSpPr/>
        <p:nvPr/>
      </p:nvGrpSpPr>
      <p:grpSpPr>
        <a:xfrm>
          <a:off x="0" y="0"/>
          <a:ext cx="0" cy="0"/>
          <a:chOff x="0" y="0"/>
          <a:chExt cx="0" cy="0"/>
        </a:xfrm>
      </p:grpSpPr>
      <p:sp>
        <p:nvSpPr>
          <p:cNvPr id="46" name="Google Shape;46;p6"/>
          <p:cNvSpPr txBox="1"/>
          <p:nvPr>
            <p:ph type="title"/>
          </p:nvPr>
        </p:nvSpPr>
        <p:spPr>
          <a:xfrm>
            <a:off x="390550" y="1892825"/>
            <a:ext cx="8372700" cy="968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Font typeface="Archivo SemiBold"/>
              <a:buNone/>
              <a:defRPr>
                <a:solidFill>
                  <a:schemeClr val="lt1"/>
                </a:solidFill>
              </a:defRPr>
            </a:lvl1pPr>
            <a:lvl2pPr lvl="1"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2pPr>
            <a:lvl3pPr lvl="2"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3pPr>
            <a:lvl4pPr lvl="3"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4pPr>
            <a:lvl5pPr lvl="4"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5pPr>
            <a:lvl6pPr lvl="5"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6pPr>
            <a:lvl7pPr lvl="6"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7pPr>
            <a:lvl8pPr lvl="7"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8pPr>
            <a:lvl9pPr lvl="8" algn="ctr">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9pPr>
          </a:lstStyle>
          <a:p/>
        </p:txBody>
      </p:sp>
      <p:sp>
        <p:nvSpPr>
          <p:cNvPr id="47" name="Google Shape;47;p6"/>
          <p:cNvSpPr txBox="1"/>
          <p:nvPr>
            <p:ph idx="1" type="subTitle"/>
          </p:nvPr>
        </p:nvSpPr>
        <p:spPr>
          <a:xfrm>
            <a:off x="390550" y="2747563"/>
            <a:ext cx="83727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BM Plex Serif SemiBold"/>
              <a:buNone/>
              <a:defRPr>
                <a:solidFill>
                  <a:schemeClr val="lt1"/>
                </a:solidFill>
              </a:defRPr>
            </a:lvl1pPr>
            <a:lvl2pPr lvl="1" algn="ctr">
              <a:spcBef>
                <a:spcPts val="0"/>
              </a:spcBef>
              <a:spcAft>
                <a:spcPts val="0"/>
              </a:spcAft>
              <a:buClr>
                <a:schemeClr val="lt1"/>
              </a:buClr>
              <a:buSzPts val="1600"/>
              <a:buFont typeface="IBM Plex Serif SemiBold"/>
              <a:buNone/>
              <a:defRPr>
                <a:solidFill>
                  <a:schemeClr val="lt1"/>
                </a:solidFill>
              </a:defRPr>
            </a:lvl2pPr>
            <a:lvl3pPr lvl="2" algn="ctr">
              <a:spcBef>
                <a:spcPts val="0"/>
              </a:spcBef>
              <a:spcAft>
                <a:spcPts val="0"/>
              </a:spcAft>
              <a:buClr>
                <a:schemeClr val="lt1"/>
              </a:buClr>
              <a:buSzPts val="1600"/>
              <a:buFont typeface="IBM Plex Serif SemiBold"/>
              <a:buNone/>
              <a:defRPr>
                <a:solidFill>
                  <a:schemeClr val="lt1"/>
                </a:solidFill>
              </a:defRPr>
            </a:lvl3pPr>
            <a:lvl4pPr lvl="3" algn="ctr">
              <a:spcBef>
                <a:spcPts val="0"/>
              </a:spcBef>
              <a:spcAft>
                <a:spcPts val="0"/>
              </a:spcAft>
              <a:buClr>
                <a:schemeClr val="lt1"/>
              </a:buClr>
              <a:buSzPts val="1600"/>
              <a:buFont typeface="IBM Plex Serif SemiBold"/>
              <a:buNone/>
              <a:defRPr>
                <a:solidFill>
                  <a:schemeClr val="lt1"/>
                </a:solidFill>
              </a:defRPr>
            </a:lvl4pPr>
            <a:lvl5pPr lvl="4" algn="ctr">
              <a:spcBef>
                <a:spcPts val="0"/>
              </a:spcBef>
              <a:spcAft>
                <a:spcPts val="0"/>
              </a:spcAft>
              <a:buClr>
                <a:schemeClr val="lt1"/>
              </a:buClr>
              <a:buSzPts val="1600"/>
              <a:buFont typeface="IBM Plex Serif SemiBold"/>
              <a:buNone/>
              <a:defRPr>
                <a:solidFill>
                  <a:schemeClr val="lt1"/>
                </a:solidFill>
              </a:defRPr>
            </a:lvl5pPr>
            <a:lvl6pPr lvl="5" algn="ctr">
              <a:spcBef>
                <a:spcPts val="0"/>
              </a:spcBef>
              <a:spcAft>
                <a:spcPts val="0"/>
              </a:spcAft>
              <a:buClr>
                <a:schemeClr val="lt1"/>
              </a:buClr>
              <a:buSzPts val="1600"/>
              <a:buFont typeface="IBM Plex Serif SemiBold"/>
              <a:buNone/>
              <a:defRPr>
                <a:solidFill>
                  <a:schemeClr val="lt1"/>
                </a:solidFill>
              </a:defRPr>
            </a:lvl6pPr>
            <a:lvl7pPr lvl="6" algn="ctr">
              <a:spcBef>
                <a:spcPts val="0"/>
              </a:spcBef>
              <a:spcAft>
                <a:spcPts val="0"/>
              </a:spcAft>
              <a:buClr>
                <a:schemeClr val="lt1"/>
              </a:buClr>
              <a:buSzPts val="1600"/>
              <a:buFont typeface="IBM Plex Serif SemiBold"/>
              <a:buNone/>
              <a:defRPr>
                <a:solidFill>
                  <a:schemeClr val="lt1"/>
                </a:solidFill>
              </a:defRPr>
            </a:lvl7pPr>
            <a:lvl8pPr lvl="7" algn="ctr">
              <a:spcBef>
                <a:spcPts val="0"/>
              </a:spcBef>
              <a:spcAft>
                <a:spcPts val="0"/>
              </a:spcAft>
              <a:buClr>
                <a:schemeClr val="lt1"/>
              </a:buClr>
              <a:buSzPts val="1600"/>
              <a:buFont typeface="IBM Plex Serif SemiBold"/>
              <a:buNone/>
              <a:defRPr>
                <a:solidFill>
                  <a:schemeClr val="lt1"/>
                </a:solidFill>
              </a:defRPr>
            </a:lvl8pPr>
            <a:lvl9pPr lvl="8" algn="ctr">
              <a:spcBef>
                <a:spcPts val="0"/>
              </a:spcBef>
              <a:spcAft>
                <a:spcPts val="0"/>
              </a:spcAft>
              <a:buClr>
                <a:schemeClr val="lt1"/>
              </a:buClr>
              <a:buSzPts val="1600"/>
              <a:buFont typeface="IBM Plex Serif SemiBold"/>
              <a:buNone/>
              <a:defRPr>
                <a:solidFill>
                  <a:schemeClr val="lt1"/>
                </a:solidFill>
              </a:defRPr>
            </a:lvl9pPr>
          </a:lstStyle>
          <a:p/>
        </p:txBody>
      </p:sp>
      <p:cxnSp>
        <p:nvCxnSpPr>
          <p:cNvPr id="48" name="Google Shape;48;p6"/>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49" name="Google Shape;49;p6"/>
          <p:cNvSpPr txBox="1"/>
          <p:nvPr>
            <p:ph idx="12"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s">
  <p:cSld name="ONE_COLUMN_TEXT">
    <p:bg>
      <p:bgPr>
        <a:solidFill>
          <a:schemeClr val="lt1"/>
        </a:solidFill>
      </p:bgPr>
    </p:bg>
    <p:spTree>
      <p:nvGrpSpPr>
        <p:cNvPr id="50" name="Shape 50"/>
        <p:cNvGrpSpPr/>
        <p:nvPr/>
      </p:nvGrpSpPr>
      <p:grpSpPr>
        <a:xfrm>
          <a:off x="0" y="0"/>
          <a:ext cx="0" cy="0"/>
          <a:chOff x="0" y="0"/>
          <a:chExt cx="0" cy="0"/>
        </a:xfrm>
      </p:grpSpPr>
      <p:sp>
        <p:nvSpPr>
          <p:cNvPr id="51" name="Google Shape;51;p7"/>
          <p:cNvSpPr txBox="1"/>
          <p:nvPr>
            <p:ph type="title"/>
          </p:nvPr>
        </p:nvSpPr>
        <p:spPr>
          <a:xfrm>
            <a:off x="390550" y="1281900"/>
            <a:ext cx="3543000" cy="9681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dk1"/>
              </a:buClr>
              <a:buSzPts val="4000"/>
              <a:buFont typeface="Archivo SemiBold"/>
              <a:buNone/>
              <a:defRPr/>
            </a:lvl1pPr>
            <a:lvl2pPr lvl="1">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2pPr>
            <a:lvl3pPr lvl="2">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3pPr>
            <a:lvl4pPr lvl="3">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4pPr>
            <a:lvl5pPr lvl="4">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5pPr>
            <a:lvl6pPr lvl="5">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6pPr>
            <a:lvl7pPr lvl="6">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7pPr>
            <a:lvl8pPr lvl="7">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8pPr>
            <a:lvl9pPr lvl="8">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9pPr>
          </a:lstStyle>
          <a:p/>
        </p:txBody>
      </p:sp>
      <p:sp>
        <p:nvSpPr>
          <p:cNvPr id="52" name="Google Shape;52;p7"/>
          <p:cNvSpPr txBox="1"/>
          <p:nvPr>
            <p:ph idx="1" type="body"/>
          </p:nvPr>
        </p:nvSpPr>
        <p:spPr>
          <a:xfrm>
            <a:off x="390550" y="2425075"/>
            <a:ext cx="3543000" cy="1956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cxnSp>
        <p:nvCxnSpPr>
          <p:cNvPr id="53" name="Google Shape;53;p7"/>
          <p:cNvCxnSpPr/>
          <p:nvPr/>
        </p:nvCxnSpPr>
        <p:spPr>
          <a:xfrm>
            <a:off x="390550" y="378925"/>
            <a:ext cx="8372700" cy="0"/>
          </a:xfrm>
          <a:prstGeom prst="straightConnector1">
            <a:avLst/>
          </a:prstGeom>
          <a:noFill/>
          <a:ln cap="flat" cmpd="sng" w="9525">
            <a:solidFill>
              <a:schemeClr val="lt2"/>
            </a:solidFill>
            <a:prstDash val="solid"/>
            <a:round/>
            <a:headEnd len="med" w="med" type="none"/>
            <a:tailEnd len="med" w="med" type="none"/>
          </a:ln>
        </p:spPr>
      </p:cxnSp>
      <p:sp>
        <p:nvSpPr>
          <p:cNvPr id="54" name="Google Shape;54;p7"/>
          <p:cNvSpPr txBox="1"/>
          <p:nvPr>
            <p:ph idx="12"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2"/>
                </a:solidFill>
                <a:latin typeface="Archivo"/>
                <a:ea typeface="Archivo"/>
                <a:cs typeface="Archivo"/>
                <a:sym typeface="Archivo"/>
              </a:defRPr>
            </a:lvl1pPr>
            <a:lvl2pPr lvl="1" rtl="0" algn="l">
              <a:buNone/>
              <a:defRPr sz="1000">
                <a:solidFill>
                  <a:schemeClr val="lt2"/>
                </a:solidFill>
                <a:latin typeface="Archivo"/>
                <a:ea typeface="Archivo"/>
                <a:cs typeface="Archivo"/>
                <a:sym typeface="Archivo"/>
              </a:defRPr>
            </a:lvl2pPr>
            <a:lvl3pPr lvl="2" rtl="0" algn="l">
              <a:buNone/>
              <a:defRPr sz="1000">
                <a:solidFill>
                  <a:schemeClr val="lt2"/>
                </a:solidFill>
                <a:latin typeface="Archivo"/>
                <a:ea typeface="Archivo"/>
                <a:cs typeface="Archivo"/>
                <a:sym typeface="Archivo"/>
              </a:defRPr>
            </a:lvl3pPr>
            <a:lvl4pPr lvl="3" rtl="0" algn="l">
              <a:buNone/>
              <a:defRPr sz="1000">
                <a:solidFill>
                  <a:schemeClr val="lt2"/>
                </a:solidFill>
                <a:latin typeface="Archivo"/>
                <a:ea typeface="Archivo"/>
                <a:cs typeface="Archivo"/>
                <a:sym typeface="Archivo"/>
              </a:defRPr>
            </a:lvl4pPr>
            <a:lvl5pPr lvl="4" rtl="0" algn="l">
              <a:buNone/>
              <a:defRPr sz="1000">
                <a:solidFill>
                  <a:schemeClr val="lt2"/>
                </a:solidFill>
                <a:latin typeface="Archivo"/>
                <a:ea typeface="Archivo"/>
                <a:cs typeface="Archivo"/>
                <a:sym typeface="Archivo"/>
              </a:defRPr>
            </a:lvl5pPr>
            <a:lvl6pPr lvl="5" rtl="0" algn="l">
              <a:buNone/>
              <a:defRPr sz="1000">
                <a:solidFill>
                  <a:schemeClr val="lt2"/>
                </a:solidFill>
                <a:latin typeface="Archivo"/>
                <a:ea typeface="Archivo"/>
                <a:cs typeface="Archivo"/>
                <a:sym typeface="Archivo"/>
              </a:defRPr>
            </a:lvl6pPr>
            <a:lvl7pPr lvl="6" rtl="0" algn="l">
              <a:buNone/>
              <a:defRPr sz="1000">
                <a:solidFill>
                  <a:schemeClr val="lt2"/>
                </a:solidFill>
                <a:latin typeface="Archivo"/>
                <a:ea typeface="Archivo"/>
                <a:cs typeface="Archivo"/>
                <a:sym typeface="Archivo"/>
              </a:defRPr>
            </a:lvl7pPr>
            <a:lvl8pPr lvl="7" rtl="0" algn="l">
              <a:buNone/>
              <a:defRPr sz="1000">
                <a:solidFill>
                  <a:schemeClr val="lt2"/>
                </a:solidFill>
                <a:latin typeface="Archivo"/>
                <a:ea typeface="Archivo"/>
                <a:cs typeface="Archivo"/>
                <a:sym typeface="Archivo"/>
              </a:defRPr>
            </a:lvl8pPr>
            <a:lvl9pPr lvl="8" rtl="0" algn="l">
              <a:buNone/>
              <a:defRPr sz="1000">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vestors">
  <p:cSld name="MAIN_POINT">
    <p:bg>
      <p:bgPr>
        <a:solidFill>
          <a:schemeClr val="dk2"/>
        </a:solidFill>
      </p:bgPr>
    </p:bg>
    <p:spTree>
      <p:nvGrpSpPr>
        <p:cNvPr id="55" name="Shape 55"/>
        <p:cNvGrpSpPr/>
        <p:nvPr/>
      </p:nvGrpSpPr>
      <p:grpSpPr>
        <a:xfrm>
          <a:off x="0" y="0"/>
          <a:ext cx="0" cy="0"/>
          <a:chOff x="0" y="0"/>
          <a:chExt cx="0" cy="0"/>
        </a:xfrm>
      </p:grpSpPr>
      <p:sp>
        <p:nvSpPr>
          <p:cNvPr id="56" name="Google Shape;56;p8"/>
          <p:cNvSpPr/>
          <p:nvPr>
            <p:ph idx="2" type="pic"/>
          </p:nvPr>
        </p:nvSpPr>
        <p:spPr>
          <a:xfrm>
            <a:off x="4644325" y="1140011"/>
            <a:ext cx="1929900" cy="2863500"/>
          </a:xfrm>
          <a:prstGeom prst="roundRect">
            <a:avLst>
              <a:gd fmla="val 50000" name="adj"/>
            </a:avLst>
          </a:prstGeom>
          <a:noFill/>
          <a:ln>
            <a:noFill/>
          </a:ln>
        </p:spPr>
      </p:sp>
      <p:sp>
        <p:nvSpPr>
          <p:cNvPr id="57" name="Google Shape;57;p8"/>
          <p:cNvSpPr/>
          <p:nvPr>
            <p:ph idx="3" type="pic"/>
          </p:nvPr>
        </p:nvSpPr>
        <p:spPr>
          <a:xfrm>
            <a:off x="6833350" y="1140011"/>
            <a:ext cx="1929900" cy="2863500"/>
          </a:xfrm>
          <a:prstGeom prst="roundRect">
            <a:avLst>
              <a:gd fmla="val 50000" name="adj"/>
            </a:avLst>
          </a:prstGeom>
          <a:noFill/>
          <a:ln>
            <a:noFill/>
          </a:ln>
        </p:spPr>
      </p:sp>
      <p:sp>
        <p:nvSpPr>
          <p:cNvPr id="58" name="Google Shape;58;p8"/>
          <p:cNvSpPr txBox="1"/>
          <p:nvPr>
            <p:ph type="title"/>
          </p:nvPr>
        </p:nvSpPr>
        <p:spPr>
          <a:xfrm>
            <a:off x="390550" y="1436463"/>
            <a:ext cx="3543000" cy="9681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lt1"/>
              </a:buClr>
              <a:buSzPts val="4000"/>
              <a:buFont typeface="Archivo SemiBold"/>
              <a:buNone/>
              <a:defRPr>
                <a:solidFill>
                  <a:schemeClr val="lt1"/>
                </a:solidFill>
              </a:defRPr>
            </a:lvl1pPr>
            <a:lvl2pPr lvl="1">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2pPr>
            <a:lvl3pPr lvl="2">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3pPr>
            <a:lvl4pPr lvl="3">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4pPr>
            <a:lvl5pPr lvl="4">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5pPr>
            <a:lvl6pPr lvl="5">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6pPr>
            <a:lvl7pPr lvl="6">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7pPr>
            <a:lvl8pPr lvl="7">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8pPr>
            <a:lvl9pPr lvl="8">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9pPr>
          </a:lstStyle>
          <a:p/>
        </p:txBody>
      </p:sp>
      <p:sp>
        <p:nvSpPr>
          <p:cNvPr id="59" name="Google Shape;59;p8"/>
          <p:cNvSpPr txBox="1"/>
          <p:nvPr>
            <p:ph idx="1" type="body"/>
          </p:nvPr>
        </p:nvSpPr>
        <p:spPr>
          <a:xfrm>
            <a:off x="390550" y="2579638"/>
            <a:ext cx="3543000" cy="1127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cxnSp>
        <p:nvCxnSpPr>
          <p:cNvPr id="60" name="Google Shape;60;p8"/>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61" name="Google Shape;61;p8"/>
          <p:cNvSpPr txBox="1"/>
          <p:nvPr>
            <p:ph idx="12"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ct Sheet">
  <p:cSld name="SECTION_TITLE_AND_DESCRIPTION">
    <p:bg>
      <p:bgPr>
        <a:solidFill>
          <a:schemeClr val="lt1"/>
        </a:solidFill>
      </p:bgPr>
    </p:bg>
    <p:spTree>
      <p:nvGrpSpPr>
        <p:cNvPr id="62" name="Shape 62"/>
        <p:cNvGrpSpPr/>
        <p:nvPr/>
      </p:nvGrpSpPr>
      <p:grpSpPr>
        <a:xfrm>
          <a:off x="0" y="0"/>
          <a:ext cx="0" cy="0"/>
          <a:chOff x="0" y="0"/>
          <a:chExt cx="0" cy="0"/>
        </a:xfrm>
      </p:grpSpPr>
      <p:sp>
        <p:nvSpPr>
          <p:cNvPr id="63" name="Google Shape;63;p9"/>
          <p:cNvSpPr/>
          <p:nvPr/>
        </p:nvSpPr>
        <p:spPr>
          <a:xfrm>
            <a:off x="5064475" y="142400"/>
            <a:ext cx="3911700" cy="483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BM Plex Serif"/>
              <a:ea typeface="IBM Plex Serif"/>
              <a:cs typeface="IBM Plex Serif"/>
              <a:sym typeface="IBM Plex Serif"/>
            </a:endParaRPr>
          </a:p>
        </p:txBody>
      </p:sp>
      <p:sp>
        <p:nvSpPr>
          <p:cNvPr id="64" name="Google Shape;64;p9"/>
          <p:cNvSpPr/>
          <p:nvPr>
            <p:ph idx="2" type="pic"/>
          </p:nvPr>
        </p:nvSpPr>
        <p:spPr>
          <a:xfrm>
            <a:off x="5898050" y="874499"/>
            <a:ext cx="2244600" cy="3330900"/>
          </a:xfrm>
          <a:prstGeom prst="roundRect">
            <a:avLst>
              <a:gd fmla="val 50000" name="adj"/>
            </a:avLst>
          </a:prstGeom>
          <a:noFill/>
          <a:ln>
            <a:noFill/>
          </a:ln>
        </p:spPr>
      </p:sp>
      <p:sp>
        <p:nvSpPr>
          <p:cNvPr id="65" name="Google Shape;65;p9"/>
          <p:cNvSpPr txBox="1"/>
          <p:nvPr>
            <p:ph type="title"/>
          </p:nvPr>
        </p:nvSpPr>
        <p:spPr>
          <a:xfrm>
            <a:off x="390550" y="421400"/>
            <a:ext cx="4109400" cy="1164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dk1"/>
              </a:buClr>
              <a:buSzPts val="4000"/>
              <a:buFont typeface="Archivo SemiBold"/>
              <a:buNone/>
              <a:defRPr/>
            </a:lvl1pPr>
            <a:lvl2pPr lvl="1">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2pPr>
            <a:lvl3pPr lvl="2">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3pPr>
            <a:lvl4pPr lvl="3">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4pPr>
            <a:lvl5pPr lvl="4">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5pPr>
            <a:lvl6pPr lvl="5">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6pPr>
            <a:lvl7pPr lvl="6">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7pPr>
            <a:lvl8pPr lvl="7">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8pPr>
            <a:lvl9pPr lvl="8">
              <a:lnSpc>
                <a:spcPct val="80000"/>
              </a:lnSpc>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9pPr>
          </a:lstStyle>
          <a:p/>
        </p:txBody>
      </p:sp>
      <p:sp>
        <p:nvSpPr>
          <p:cNvPr id="66" name="Google Shape;66;p9"/>
          <p:cNvSpPr txBox="1"/>
          <p:nvPr>
            <p:ph idx="1" type="subTitle"/>
          </p:nvPr>
        </p:nvSpPr>
        <p:spPr>
          <a:xfrm>
            <a:off x="390550" y="1513075"/>
            <a:ext cx="3306300" cy="503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000"/>
              <a:buFont typeface="IBM Plex Serif SemiBold"/>
              <a:buNone/>
              <a:defRPr sz="2000"/>
            </a:lvl1pPr>
            <a:lvl2pPr lvl="1">
              <a:spcBef>
                <a:spcPts val="0"/>
              </a:spcBef>
              <a:spcAft>
                <a:spcPts val="0"/>
              </a:spcAft>
              <a:buClr>
                <a:schemeClr val="dk1"/>
              </a:buClr>
              <a:buSzPts val="2000"/>
              <a:buFont typeface="IBM Plex Serif SemiBold"/>
              <a:buNone/>
              <a:defRPr sz="2000"/>
            </a:lvl2pPr>
            <a:lvl3pPr lvl="2">
              <a:spcBef>
                <a:spcPts val="0"/>
              </a:spcBef>
              <a:spcAft>
                <a:spcPts val="0"/>
              </a:spcAft>
              <a:buClr>
                <a:schemeClr val="dk1"/>
              </a:buClr>
              <a:buSzPts val="2000"/>
              <a:buFont typeface="IBM Plex Serif SemiBold"/>
              <a:buNone/>
              <a:defRPr sz="2000"/>
            </a:lvl3pPr>
            <a:lvl4pPr lvl="3">
              <a:spcBef>
                <a:spcPts val="0"/>
              </a:spcBef>
              <a:spcAft>
                <a:spcPts val="0"/>
              </a:spcAft>
              <a:buClr>
                <a:schemeClr val="dk1"/>
              </a:buClr>
              <a:buSzPts val="2000"/>
              <a:buFont typeface="IBM Plex Serif SemiBold"/>
              <a:buNone/>
              <a:defRPr sz="2000"/>
            </a:lvl4pPr>
            <a:lvl5pPr lvl="4">
              <a:spcBef>
                <a:spcPts val="0"/>
              </a:spcBef>
              <a:spcAft>
                <a:spcPts val="0"/>
              </a:spcAft>
              <a:buClr>
                <a:schemeClr val="dk1"/>
              </a:buClr>
              <a:buSzPts val="2000"/>
              <a:buFont typeface="IBM Plex Serif SemiBold"/>
              <a:buNone/>
              <a:defRPr sz="2000"/>
            </a:lvl5pPr>
            <a:lvl6pPr lvl="5">
              <a:spcBef>
                <a:spcPts val="0"/>
              </a:spcBef>
              <a:spcAft>
                <a:spcPts val="0"/>
              </a:spcAft>
              <a:buClr>
                <a:schemeClr val="dk1"/>
              </a:buClr>
              <a:buSzPts val="2000"/>
              <a:buFont typeface="IBM Plex Serif SemiBold"/>
              <a:buNone/>
              <a:defRPr sz="2000"/>
            </a:lvl6pPr>
            <a:lvl7pPr lvl="6">
              <a:spcBef>
                <a:spcPts val="0"/>
              </a:spcBef>
              <a:spcAft>
                <a:spcPts val="0"/>
              </a:spcAft>
              <a:buClr>
                <a:schemeClr val="dk1"/>
              </a:buClr>
              <a:buSzPts val="2000"/>
              <a:buFont typeface="IBM Plex Serif SemiBold"/>
              <a:buNone/>
              <a:defRPr sz="2000"/>
            </a:lvl7pPr>
            <a:lvl8pPr lvl="7">
              <a:spcBef>
                <a:spcPts val="0"/>
              </a:spcBef>
              <a:spcAft>
                <a:spcPts val="0"/>
              </a:spcAft>
              <a:buClr>
                <a:schemeClr val="dk1"/>
              </a:buClr>
              <a:buSzPts val="2000"/>
              <a:buFont typeface="IBM Plex Serif SemiBold"/>
              <a:buNone/>
              <a:defRPr sz="2000"/>
            </a:lvl8pPr>
            <a:lvl9pPr lvl="8">
              <a:spcBef>
                <a:spcPts val="0"/>
              </a:spcBef>
              <a:spcAft>
                <a:spcPts val="0"/>
              </a:spcAft>
              <a:buClr>
                <a:schemeClr val="dk1"/>
              </a:buClr>
              <a:buSzPts val="2000"/>
              <a:buFont typeface="IBM Plex Serif SemiBold"/>
              <a:buNone/>
              <a:defRPr sz="2000"/>
            </a:lvl9pPr>
          </a:lstStyle>
          <a:p/>
        </p:txBody>
      </p:sp>
      <p:sp>
        <p:nvSpPr>
          <p:cNvPr id="67" name="Google Shape;67;p9"/>
          <p:cNvSpPr txBox="1"/>
          <p:nvPr>
            <p:ph idx="3" type="subTitle"/>
          </p:nvPr>
        </p:nvSpPr>
        <p:spPr>
          <a:xfrm>
            <a:off x="390550" y="236688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68" name="Google Shape;68;p9"/>
          <p:cNvSpPr txBox="1"/>
          <p:nvPr>
            <p:ph idx="4" type="subTitle"/>
          </p:nvPr>
        </p:nvSpPr>
        <p:spPr>
          <a:xfrm>
            <a:off x="2595025" y="236688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69" name="Google Shape;69;p9"/>
          <p:cNvSpPr txBox="1"/>
          <p:nvPr>
            <p:ph idx="5" type="body"/>
          </p:nvPr>
        </p:nvSpPr>
        <p:spPr>
          <a:xfrm>
            <a:off x="390550" y="287000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70" name="Google Shape;70;p9"/>
          <p:cNvSpPr txBox="1"/>
          <p:nvPr>
            <p:ph idx="6" type="body"/>
          </p:nvPr>
        </p:nvSpPr>
        <p:spPr>
          <a:xfrm>
            <a:off x="2595025" y="287000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71" name="Google Shape;71;p9"/>
          <p:cNvSpPr txBox="1"/>
          <p:nvPr>
            <p:ph idx="7" type="subTitle"/>
          </p:nvPr>
        </p:nvSpPr>
        <p:spPr>
          <a:xfrm>
            <a:off x="390550" y="3612863"/>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72" name="Google Shape;72;p9"/>
          <p:cNvSpPr txBox="1"/>
          <p:nvPr>
            <p:ph idx="8" type="subTitle"/>
          </p:nvPr>
        </p:nvSpPr>
        <p:spPr>
          <a:xfrm>
            <a:off x="2595025" y="3612863"/>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73" name="Google Shape;73;p9"/>
          <p:cNvSpPr txBox="1"/>
          <p:nvPr>
            <p:ph idx="9" type="body"/>
          </p:nvPr>
        </p:nvSpPr>
        <p:spPr>
          <a:xfrm>
            <a:off x="390550" y="4115975"/>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74" name="Google Shape;74;p9"/>
          <p:cNvSpPr txBox="1"/>
          <p:nvPr>
            <p:ph idx="13" type="body"/>
          </p:nvPr>
        </p:nvSpPr>
        <p:spPr>
          <a:xfrm>
            <a:off x="2595025" y="4115975"/>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p:cSld name="CAPTION_ONLY">
    <p:bg>
      <p:bgPr>
        <a:solidFill>
          <a:schemeClr val="lt2"/>
        </a:solidFill>
      </p:bgPr>
    </p:bg>
    <p:spTree>
      <p:nvGrpSpPr>
        <p:cNvPr id="75" name="Shape 75"/>
        <p:cNvGrpSpPr/>
        <p:nvPr/>
      </p:nvGrpSpPr>
      <p:grpSpPr>
        <a:xfrm>
          <a:off x="0" y="0"/>
          <a:ext cx="0" cy="0"/>
          <a:chOff x="0" y="0"/>
          <a:chExt cx="0" cy="0"/>
        </a:xfrm>
      </p:grpSpPr>
      <p:sp>
        <p:nvSpPr>
          <p:cNvPr id="76" name="Google Shape;7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7" name="Google Shape;77;p10"/>
          <p:cNvSpPr txBox="1"/>
          <p:nvPr>
            <p:ph idx="1" type="subTitle"/>
          </p:nvPr>
        </p:nvSpPr>
        <p:spPr>
          <a:xfrm>
            <a:off x="4217250" y="87378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78" name="Google Shape;78;p10"/>
          <p:cNvSpPr txBox="1"/>
          <p:nvPr>
            <p:ph idx="2" type="subTitle"/>
          </p:nvPr>
        </p:nvSpPr>
        <p:spPr>
          <a:xfrm>
            <a:off x="6421725" y="87378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79" name="Google Shape;79;p10"/>
          <p:cNvSpPr txBox="1"/>
          <p:nvPr>
            <p:ph idx="3" type="body"/>
          </p:nvPr>
        </p:nvSpPr>
        <p:spPr>
          <a:xfrm>
            <a:off x="4217250" y="137690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0" name="Google Shape;80;p10"/>
          <p:cNvSpPr txBox="1"/>
          <p:nvPr>
            <p:ph idx="4" type="body"/>
          </p:nvPr>
        </p:nvSpPr>
        <p:spPr>
          <a:xfrm>
            <a:off x="6421725" y="137690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1" name="Google Shape;81;p10"/>
          <p:cNvSpPr txBox="1"/>
          <p:nvPr>
            <p:ph idx="5" type="subTitle"/>
          </p:nvPr>
        </p:nvSpPr>
        <p:spPr>
          <a:xfrm>
            <a:off x="4217250" y="2119763"/>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82" name="Google Shape;82;p10"/>
          <p:cNvSpPr txBox="1"/>
          <p:nvPr>
            <p:ph idx="6" type="subTitle"/>
          </p:nvPr>
        </p:nvSpPr>
        <p:spPr>
          <a:xfrm>
            <a:off x="6421725" y="2119763"/>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83" name="Google Shape;83;p10"/>
          <p:cNvSpPr txBox="1"/>
          <p:nvPr>
            <p:ph idx="7" type="body"/>
          </p:nvPr>
        </p:nvSpPr>
        <p:spPr>
          <a:xfrm>
            <a:off x="4217250" y="2622875"/>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4" name="Google Shape;84;p10"/>
          <p:cNvSpPr txBox="1"/>
          <p:nvPr>
            <p:ph idx="8" type="body"/>
          </p:nvPr>
        </p:nvSpPr>
        <p:spPr>
          <a:xfrm>
            <a:off x="6421725" y="2622875"/>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5" name="Google Shape;85;p10"/>
          <p:cNvSpPr txBox="1"/>
          <p:nvPr>
            <p:ph idx="9" type="subTitle"/>
          </p:nvPr>
        </p:nvSpPr>
        <p:spPr>
          <a:xfrm>
            <a:off x="4217250" y="336573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86" name="Google Shape;86;p10"/>
          <p:cNvSpPr txBox="1"/>
          <p:nvPr>
            <p:ph idx="13" type="subTitle"/>
          </p:nvPr>
        </p:nvSpPr>
        <p:spPr>
          <a:xfrm>
            <a:off x="6421725" y="3365738"/>
            <a:ext cx="19770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87" name="Google Shape;87;p10"/>
          <p:cNvSpPr txBox="1"/>
          <p:nvPr>
            <p:ph idx="14" type="body"/>
          </p:nvPr>
        </p:nvSpPr>
        <p:spPr>
          <a:xfrm>
            <a:off x="4217250" y="386885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8" name="Google Shape;88;p10"/>
          <p:cNvSpPr txBox="1"/>
          <p:nvPr>
            <p:ph idx="15" type="body"/>
          </p:nvPr>
        </p:nvSpPr>
        <p:spPr>
          <a:xfrm>
            <a:off x="6421725" y="3868850"/>
            <a:ext cx="19770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BM Plex Serif"/>
              <a:buChar char="●"/>
              <a:defRPr>
                <a:solidFill>
                  <a:schemeClr val="lt1"/>
                </a:solidFill>
              </a:defRPr>
            </a:lvl1pPr>
            <a:lvl2pPr indent="-298450" lvl="1" marL="914400">
              <a:spcBef>
                <a:spcPts val="0"/>
              </a:spcBef>
              <a:spcAft>
                <a:spcPts val="0"/>
              </a:spcAft>
              <a:buClr>
                <a:schemeClr val="lt1"/>
              </a:buClr>
              <a:buSzPts val="1100"/>
              <a:buFont typeface="IBM Plex Serif"/>
              <a:buChar char="○"/>
              <a:defRPr>
                <a:solidFill>
                  <a:schemeClr val="lt1"/>
                </a:solidFill>
              </a:defRPr>
            </a:lvl2pPr>
            <a:lvl3pPr indent="-298450" lvl="2" marL="1371600">
              <a:spcBef>
                <a:spcPts val="0"/>
              </a:spcBef>
              <a:spcAft>
                <a:spcPts val="0"/>
              </a:spcAft>
              <a:buClr>
                <a:schemeClr val="lt1"/>
              </a:buClr>
              <a:buSzPts val="1100"/>
              <a:buFont typeface="IBM Plex Serif"/>
              <a:buChar char="■"/>
              <a:defRPr>
                <a:solidFill>
                  <a:schemeClr val="lt1"/>
                </a:solidFill>
              </a:defRPr>
            </a:lvl3pPr>
            <a:lvl4pPr indent="-298450" lvl="3" marL="1828800">
              <a:spcBef>
                <a:spcPts val="0"/>
              </a:spcBef>
              <a:spcAft>
                <a:spcPts val="0"/>
              </a:spcAft>
              <a:buClr>
                <a:schemeClr val="lt1"/>
              </a:buClr>
              <a:buSzPts val="1100"/>
              <a:buFont typeface="IBM Plex Serif"/>
              <a:buChar char="●"/>
              <a:defRPr>
                <a:solidFill>
                  <a:schemeClr val="lt1"/>
                </a:solidFill>
              </a:defRPr>
            </a:lvl4pPr>
            <a:lvl5pPr indent="-298450" lvl="4" marL="2286000">
              <a:spcBef>
                <a:spcPts val="0"/>
              </a:spcBef>
              <a:spcAft>
                <a:spcPts val="0"/>
              </a:spcAft>
              <a:buClr>
                <a:schemeClr val="lt1"/>
              </a:buClr>
              <a:buSzPts val="1100"/>
              <a:buFont typeface="IBM Plex Serif"/>
              <a:buChar char="○"/>
              <a:defRPr>
                <a:solidFill>
                  <a:schemeClr val="lt1"/>
                </a:solidFill>
              </a:defRPr>
            </a:lvl5pPr>
            <a:lvl6pPr indent="-298450" lvl="5" marL="2743200">
              <a:spcBef>
                <a:spcPts val="0"/>
              </a:spcBef>
              <a:spcAft>
                <a:spcPts val="0"/>
              </a:spcAft>
              <a:buClr>
                <a:schemeClr val="lt1"/>
              </a:buClr>
              <a:buSzPts val="1100"/>
              <a:buFont typeface="IBM Plex Serif"/>
              <a:buChar char="■"/>
              <a:defRPr>
                <a:solidFill>
                  <a:schemeClr val="lt1"/>
                </a:solidFill>
              </a:defRPr>
            </a:lvl6pPr>
            <a:lvl7pPr indent="-298450" lvl="6" marL="3200400">
              <a:spcBef>
                <a:spcPts val="0"/>
              </a:spcBef>
              <a:spcAft>
                <a:spcPts val="0"/>
              </a:spcAft>
              <a:buClr>
                <a:schemeClr val="lt1"/>
              </a:buClr>
              <a:buSzPts val="1100"/>
              <a:buFont typeface="IBM Plex Serif"/>
              <a:buChar char="●"/>
              <a:defRPr>
                <a:solidFill>
                  <a:schemeClr val="lt1"/>
                </a:solidFill>
              </a:defRPr>
            </a:lvl7pPr>
            <a:lvl8pPr indent="-298450" lvl="7" marL="3657600">
              <a:spcBef>
                <a:spcPts val="0"/>
              </a:spcBef>
              <a:spcAft>
                <a:spcPts val="0"/>
              </a:spcAft>
              <a:buClr>
                <a:schemeClr val="lt1"/>
              </a:buClr>
              <a:buSzPts val="1100"/>
              <a:buFont typeface="IBM Plex Serif"/>
              <a:buChar char="○"/>
              <a:defRPr>
                <a:solidFill>
                  <a:schemeClr val="lt1"/>
                </a:solidFill>
              </a:defRPr>
            </a:lvl8pPr>
            <a:lvl9pPr indent="-298450" lvl="8" marL="4114800">
              <a:spcBef>
                <a:spcPts val="0"/>
              </a:spcBef>
              <a:spcAft>
                <a:spcPts val="0"/>
              </a:spcAft>
              <a:buClr>
                <a:schemeClr val="lt1"/>
              </a:buClr>
              <a:buSzPts val="1100"/>
              <a:buFont typeface="IBM Plex Serif"/>
              <a:buChar char="■"/>
              <a:defRPr>
                <a:solidFill>
                  <a:schemeClr val="lt1"/>
                </a:solidFill>
              </a:defRPr>
            </a:lvl9pPr>
          </a:lstStyle>
          <a:p/>
        </p:txBody>
      </p:sp>
      <p:sp>
        <p:nvSpPr>
          <p:cNvPr id="89" name="Google Shape;89;p10"/>
          <p:cNvSpPr txBox="1"/>
          <p:nvPr>
            <p:ph type="title"/>
          </p:nvPr>
        </p:nvSpPr>
        <p:spPr>
          <a:xfrm>
            <a:off x="390550" y="2087700"/>
            <a:ext cx="3429900" cy="9681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lt1"/>
              </a:buClr>
              <a:buSzPts val="4000"/>
              <a:buFont typeface="Archivo SemiBold"/>
              <a:buNone/>
              <a:defRPr>
                <a:solidFill>
                  <a:schemeClr val="lt1"/>
                </a:solidFill>
              </a:defRPr>
            </a:lvl1pPr>
            <a:lvl2pPr lvl="1">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2pPr>
            <a:lvl3pPr lvl="2">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3pPr>
            <a:lvl4pPr lvl="3">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4pPr>
            <a:lvl5pPr lvl="4">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5pPr>
            <a:lvl6pPr lvl="5">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6pPr>
            <a:lvl7pPr lvl="6">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7pPr>
            <a:lvl8pPr lvl="7">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8pPr>
            <a:lvl9pPr lvl="8">
              <a:lnSpc>
                <a:spcPct val="80000"/>
              </a:lnSpc>
              <a:spcBef>
                <a:spcPts val="0"/>
              </a:spcBef>
              <a:spcAft>
                <a:spcPts val="0"/>
              </a:spcAft>
              <a:buClr>
                <a:schemeClr val="lt1"/>
              </a:buClr>
              <a:buSzPts val="4000"/>
              <a:buFont typeface="Archivo SemiBold"/>
              <a:buNone/>
              <a:defRPr sz="4000">
                <a:solidFill>
                  <a:schemeClr val="lt1"/>
                </a:solidFill>
                <a:latin typeface="Archivo SemiBold"/>
                <a:ea typeface="Archivo SemiBold"/>
                <a:cs typeface="Archivo SemiBold"/>
                <a:sym typeface="Archivo SemiBold"/>
              </a:defRPr>
            </a:lvl9pPr>
          </a:lstStyle>
          <a:p/>
        </p:txBody>
      </p:sp>
      <p:cxnSp>
        <p:nvCxnSpPr>
          <p:cNvPr id="90" name="Google Shape;90;p10"/>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91" name="Google Shape;91;p10"/>
          <p:cNvSpPr txBox="1"/>
          <p:nvPr>
            <p:ph idx="16"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story">
  <p:cSld name="BIG_NUMBER">
    <p:bg>
      <p:bgPr>
        <a:solidFill>
          <a:schemeClr val="lt1"/>
        </a:solidFill>
      </p:bgPr>
    </p:bg>
    <p:spTree>
      <p:nvGrpSpPr>
        <p:cNvPr id="92" name="Shape 92"/>
        <p:cNvGrpSpPr/>
        <p:nvPr/>
      </p:nvGrpSpPr>
      <p:grpSpPr>
        <a:xfrm>
          <a:off x="0" y="0"/>
          <a:ext cx="0" cy="0"/>
          <a:chOff x="0" y="0"/>
          <a:chExt cx="0" cy="0"/>
        </a:xfrm>
      </p:grpSpPr>
      <p:sp>
        <p:nvSpPr>
          <p:cNvPr id="93" name="Google Shape;93;p11"/>
          <p:cNvSpPr/>
          <p:nvPr/>
        </p:nvSpPr>
        <p:spPr>
          <a:xfrm>
            <a:off x="162975" y="142400"/>
            <a:ext cx="3911700" cy="483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BM Plex Serif"/>
              <a:ea typeface="IBM Plex Serif"/>
              <a:cs typeface="IBM Plex Serif"/>
              <a:sym typeface="IBM Plex Serif"/>
            </a:endParaRPr>
          </a:p>
        </p:txBody>
      </p:sp>
      <p:sp>
        <p:nvSpPr>
          <p:cNvPr id="94" name="Google Shape;94;p11"/>
          <p:cNvSpPr/>
          <p:nvPr>
            <p:ph idx="2" type="pic"/>
          </p:nvPr>
        </p:nvSpPr>
        <p:spPr>
          <a:xfrm>
            <a:off x="996550" y="874499"/>
            <a:ext cx="2244600" cy="3330900"/>
          </a:xfrm>
          <a:prstGeom prst="roundRect">
            <a:avLst>
              <a:gd fmla="val 50000" name="adj"/>
            </a:avLst>
          </a:prstGeom>
          <a:noFill/>
          <a:ln>
            <a:noFill/>
          </a:ln>
        </p:spPr>
      </p:sp>
      <p:sp>
        <p:nvSpPr>
          <p:cNvPr id="95" name="Google Shape;95;p11"/>
          <p:cNvSpPr txBox="1"/>
          <p:nvPr>
            <p:ph type="title"/>
          </p:nvPr>
        </p:nvSpPr>
        <p:spPr>
          <a:xfrm>
            <a:off x="4565075" y="316525"/>
            <a:ext cx="4109400" cy="1164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4000"/>
              <a:buFont typeface="Archivo SemiBold"/>
              <a:buNone/>
              <a:defRPr/>
            </a:lvl1pPr>
            <a:lvl2pPr lvl="1">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2pPr>
            <a:lvl3pPr lvl="2">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3pPr>
            <a:lvl4pPr lvl="3">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4pPr>
            <a:lvl5pPr lvl="4">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5pPr>
            <a:lvl6pPr lvl="5">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6pPr>
            <a:lvl7pPr lvl="6">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7pPr>
            <a:lvl8pPr lvl="7">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8pPr>
            <a:lvl9pPr lvl="8">
              <a:spcBef>
                <a:spcPts val="0"/>
              </a:spcBef>
              <a:spcAft>
                <a:spcPts val="0"/>
              </a:spcAft>
              <a:buClr>
                <a:schemeClr val="dk1"/>
              </a:buClr>
              <a:buSzPts val="4000"/>
              <a:buFont typeface="Archivo SemiBold"/>
              <a:buNone/>
              <a:defRPr sz="4000">
                <a:latin typeface="Archivo SemiBold"/>
                <a:ea typeface="Archivo SemiBold"/>
                <a:cs typeface="Archivo SemiBold"/>
                <a:sym typeface="Archivo SemiBold"/>
              </a:defRPr>
            </a:lvl9pPr>
          </a:lstStyle>
          <a:p/>
        </p:txBody>
      </p:sp>
      <p:sp>
        <p:nvSpPr>
          <p:cNvPr id="96" name="Google Shape;96;p11"/>
          <p:cNvSpPr txBox="1"/>
          <p:nvPr>
            <p:ph idx="1" type="subTitle"/>
          </p:nvPr>
        </p:nvSpPr>
        <p:spPr>
          <a:xfrm>
            <a:off x="4565075" y="1623575"/>
            <a:ext cx="41094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97" name="Google Shape;97;p11"/>
          <p:cNvSpPr txBox="1"/>
          <p:nvPr>
            <p:ph idx="3" type="body"/>
          </p:nvPr>
        </p:nvSpPr>
        <p:spPr>
          <a:xfrm>
            <a:off x="4565075" y="2126675"/>
            <a:ext cx="4109400" cy="1098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98" name="Google Shape;98;p11"/>
          <p:cNvSpPr txBox="1"/>
          <p:nvPr>
            <p:ph idx="4" type="subTitle"/>
          </p:nvPr>
        </p:nvSpPr>
        <p:spPr>
          <a:xfrm>
            <a:off x="4565075" y="3225275"/>
            <a:ext cx="41094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1pPr>
            <a:lvl2pPr lvl="1">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2pPr>
            <a:lvl3pPr lvl="2">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3pPr>
            <a:lvl4pPr lvl="3">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4pPr>
            <a:lvl5pPr lvl="4">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5pPr>
            <a:lvl6pPr lvl="5">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6pPr>
            <a:lvl7pPr lvl="6">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7pPr>
            <a:lvl8pPr lvl="7">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8pPr>
            <a:lvl9pPr lvl="8">
              <a:spcBef>
                <a:spcPts val="0"/>
              </a:spcBef>
              <a:spcAft>
                <a:spcPts val="0"/>
              </a:spcAft>
              <a:buClr>
                <a:schemeClr val="dk2"/>
              </a:buClr>
              <a:buSzPts val="1600"/>
              <a:buFont typeface="Archivo"/>
              <a:buNone/>
              <a:defRPr b="1">
                <a:solidFill>
                  <a:schemeClr val="dk2"/>
                </a:solidFill>
                <a:latin typeface="Archivo"/>
                <a:ea typeface="Archivo"/>
                <a:cs typeface="Archivo"/>
                <a:sym typeface="Archivo"/>
              </a:defRPr>
            </a:lvl9pPr>
          </a:lstStyle>
          <a:p/>
        </p:txBody>
      </p:sp>
      <p:sp>
        <p:nvSpPr>
          <p:cNvPr id="99" name="Google Shape;99;p11"/>
          <p:cNvSpPr txBox="1"/>
          <p:nvPr>
            <p:ph idx="5" type="body"/>
          </p:nvPr>
        </p:nvSpPr>
        <p:spPr>
          <a:xfrm>
            <a:off x="4565075" y="3728375"/>
            <a:ext cx="4109400" cy="1098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type="blank">
  <p:cSld name="BLANK">
    <p:bg>
      <p:bgPr>
        <a:solidFill>
          <a:schemeClr val="lt1"/>
        </a:solidFill>
      </p:bgPr>
    </p:bg>
    <p:spTree>
      <p:nvGrpSpPr>
        <p:cNvPr id="100" name="Shape 100"/>
        <p:cNvGrpSpPr/>
        <p:nvPr/>
      </p:nvGrpSpPr>
      <p:grpSpPr>
        <a:xfrm>
          <a:off x="0" y="0"/>
          <a:ext cx="0" cy="0"/>
          <a:chOff x="0" y="0"/>
          <a:chExt cx="0" cy="0"/>
        </a:xfrm>
      </p:grpSpPr>
      <p:sp>
        <p:nvSpPr>
          <p:cNvPr id="101" name="Google Shape;101;p12"/>
          <p:cNvSpPr/>
          <p:nvPr>
            <p:ph idx="2" type="pic"/>
          </p:nvPr>
        </p:nvSpPr>
        <p:spPr>
          <a:xfrm>
            <a:off x="390550" y="516500"/>
            <a:ext cx="2736000" cy="4502100"/>
          </a:xfrm>
          <a:prstGeom prst="roundRect">
            <a:avLst>
              <a:gd fmla="val 4168" name="adj"/>
            </a:avLst>
          </a:prstGeom>
          <a:noFill/>
          <a:ln>
            <a:noFill/>
          </a:ln>
        </p:spPr>
      </p:sp>
      <p:sp>
        <p:nvSpPr>
          <p:cNvPr id="102" name="Google Shape;102;p12"/>
          <p:cNvSpPr/>
          <p:nvPr>
            <p:ph idx="3" type="pic"/>
          </p:nvPr>
        </p:nvSpPr>
        <p:spPr>
          <a:xfrm>
            <a:off x="3208850" y="516500"/>
            <a:ext cx="2736000" cy="2183400"/>
          </a:xfrm>
          <a:prstGeom prst="roundRect">
            <a:avLst>
              <a:gd fmla="val 4168" name="adj"/>
            </a:avLst>
          </a:prstGeom>
          <a:noFill/>
          <a:ln>
            <a:noFill/>
          </a:ln>
        </p:spPr>
      </p:sp>
      <p:sp>
        <p:nvSpPr>
          <p:cNvPr id="103" name="Google Shape;103;p12"/>
          <p:cNvSpPr/>
          <p:nvPr>
            <p:ph idx="4" type="pic"/>
          </p:nvPr>
        </p:nvSpPr>
        <p:spPr>
          <a:xfrm>
            <a:off x="3208850" y="2786900"/>
            <a:ext cx="2736000" cy="2231700"/>
          </a:xfrm>
          <a:prstGeom prst="roundRect">
            <a:avLst>
              <a:gd fmla="val 4168" name="adj"/>
            </a:avLst>
          </a:prstGeom>
          <a:noFill/>
          <a:ln>
            <a:noFill/>
          </a:ln>
        </p:spPr>
      </p:sp>
      <p:sp>
        <p:nvSpPr>
          <p:cNvPr id="104" name="Google Shape;104;p12"/>
          <p:cNvSpPr/>
          <p:nvPr>
            <p:ph idx="5" type="pic"/>
          </p:nvPr>
        </p:nvSpPr>
        <p:spPr>
          <a:xfrm>
            <a:off x="6027150" y="2174900"/>
            <a:ext cx="2736000" cy="2843700"/>
          </a:xfrm>
          <a:prstGeom prst="roundRect">
            <a:avLst>
              <a:gd fmla="val 4168" name="adj"/>
            </a:avLst>
          </a:prstGeom>
          <a:noFill/>
          <a:ln>
            <a:noFill/>
          </a:ln>
        </p:spPr>
      </p:sp>
      <p:sp>
        <p:nvSpPr>
          <p:cNvPr id="105" name="Google Shape;105;p12"/>
          <p:cNvSpPr/>
          <p:nvPr>
            <p:ph idx="6" type="pic"/>
          </p:nvPr>
        </p:nvSpPr>
        <p:spPr>
          <a:xfrm>
            <a:off x="6027150" y="516500"/>
            <a:ext cx="2736000" cy="1566300"/>
          </a:xfrm>
          <a:prstGeom prst="roundRect">
            <a:avLst>
              <a:gd fmla="val 4168" name="adj"/>
            </a:avLst>
          </a:prstGeom>
          <a:noFill/>
          <a:ln>
            <a:noFill/>
          </a:ln>
        </p:spPr>
      </p:sp>
      <p:sp>
        <p:nvSpPr>
          <p:cNvPr id="106" name="Google Shape;106;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chemeClr val="tx1"/>
                </a:solidFill>
              </a:defRPr>
            </a:lvl1pPr>
            <a:lvl2pPr lvl="1">
              <a:buNone/>
              <a:defRPr sz="1300">
                <a:solidFill>
                  <a:schemeClr val="tx1"/>
                </a:solidFill>
              </a:defRPr>
            </a:lvl2pPr>
            <a:lvl3pPr lvl="2">
              <a:buNone/>
              <a:defRPr sz="1300">
                <a:solidFill>
                  <a:schemeClr val="tx1"/>
                </a:solidFill>
              </a:defRPr>
            </a:lvl3pPr>
            <a:lvl4pPr lvl="3">
              <a:buNone/>
              <a:defRPr sz="1300">
                <a:solidFill>
                  <a:schemeClr val="tx1"/>
                </a:solidFill>
              </a:defRPr>
            </a:lvl4pPr>
            <a:lvl5pPr lvl="4">
              <a:buNone/>
              <a:defRPr sz="1300">
                <a:solidFill>
                  <a:schemeClr val="tx1"/>
                </a:solidFill>
              </a:defRPr>
            </a:lvl5pPr>
            <a:lvl6pPr lvl="5">
              <a:buNone/>
              <a:defRPr sz="1300">
                <a:solidFill>
                  <a:schemeClr val="tx1"/>
                </a:solidFill>
              </a:defRPr>
            </a:lvl6pPr>
            <a:lvl7pPr lvl="6">
              <a:buNone/>
              <a:defRPr sz="1300">
                <a:solidFill>
                  <a:schemeClr val="tx1"/>
                </a:solidFill>
              </a:defRPr>
            </a:lvl7pPr>
            <a:lvl8pPr lvl="7">
              <a:buNone/>
              <a:defRPr sz="1300">
                <a:solidFill>
                  <a:schemeClr val="tx1"/>
                </a:solidFill>
              </a:defRPr>
            </a:lvl8pPr>
            <a:lvl9pPr lvl="8">
              <a:buNone/>
              <a:defRPr sz="1300">
                <a:solidFill>
                  <a:schemeClr val="tx1"/>
                </a:solidFill>
              </a:defRPr>
            </a:lvl9pPr>
          </a:lstStyle>
          <a:p>
            <a:pPr indent="0" lvl="0" marL="0" rtl="0" algn="l">
              <a:spcBef>
                <a:spcPts val="0"/>
              </a:spcBef>
              <a:spcAft>
                <a:spcPts val="0"/>
              </a:spcAft>
              <a:buNone/>
            </a:pPr>
            <a:fld id="{00000000-1234-1234-1234-123412341234}" type="slidenum">
              <a:rPr lang="en"/>
              <a:t>‹#›</a:t>
            </a:fld>
            <a:endParaRPr/>
          </a:p>
        </p:txBody>
      </p:sp>
      <p:cxnSp>
        <p:nvCxnSpPr>
          <p:cNvPr id="107" name="Google Shape;107;p12"/>
          <p:cNvCxnSpPr/>
          <p:nvPr/>
        </p:nvCxnSpPr>
        <p:spPr>
          <a:xfrm>
            <a:off x="390550" y="378925"/>
            <a:ext cx="8372700" cy="0"/>
          </a:xfrm>
          <a:prstGeom prst="straightConnector1">
            <a:avLst/>
          </a:prstGeom>
          <a:noFill/>
          <a:ln cap="flat" cmpd="sng" w="9525">
            <a:solidFill>
              <a:schemeClr val="lt2"/>
            </a:solidFill>
            <a:prstDash val="solid"/>
            <a:round/>
            <a:headEnd len="med" w="med" type="none"/>
            <a:tailEnd len="med" w="med" type="none"/>
          </a:ln>
        </p:spPr>
      </p:cxnSp>
      <p:sp>
        <p:nvSpPr>
          <p:cNvPr id="108" name="Google Shape;108;p12"/>
          <p:cNvSpPr txBox="1"/>
          <p:nvPr>
            <p:ph idx="7"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2"/>
                </a:solidFill>
                <a:latin typeface="Archivo"/>
                <a:ea typeface="Archivo"/>
                <a:cs typeface="Archivo"/>
                <a:sym typeface="Archivo"/>
              </a:defRPr>
            </a:lvl1pPr>
            <a:lvl2pPr lvl="1" rtl="0" algn="l">
              <a:buNone/>
              <a:defRPr sz="1000">
                <a:solidFill>
                  <a:schemeClr val="lt2"/>
                </a:solidFill>
                <a:latin typeface="Archivo"/>
                <a:ea typeface="Archivo"/>
                <a:cs typeface="Archivo"/>
                <a:sym typeface="Archivo"/>
              </a:defRPr>
            </a:lvl2pPr>
            <a:lvl3pPr lvl="2" rtl="0" algn="l">
              <a:buNone/>
              <a:defRPr sz="1000">
                <a:solidFill>
                  <a:schemeClr val="lt2"/>
                </a:solidFill>
                <a:latin typeface="Archivo"/>
                <a:ea typeface="Archivo"/>
                <a:cs typeface="Archivo"/>
                <a:sym typeface="Archivo"/>
              </a:defRPr>
            </a:lvl3pPr>
            <a:lvl4pPr lvl="3" rtl="0" algn="l">
              <a:buNone/>
              <a:defRPr sz="1000">
                <a:solidFill>
                  <a:schemeClr val="lt2"/>
                </a:solidFill>
                <a:latin typeface="Archivo"/>
                <a:ea typeface="Archivo"/>
                <a:cs typeface="Archivo"/>
                <a:sym typeface="Archivo"/>
              </a:defRPr>
            </a:lvl4pPr>
            <a:lvl5pPr lvl="4" rtl="0" algn="l">
              <a:buNone/>
              <a:defRPr sz="1000">
                <a:solidFill>
                  <a:schemeClr val="lt2"/>
                </a:solidFill>
                <a:latin typeface="Archivo"/>
                <a:ea typeface="Archivo"/>
                <a:cs typeface="Archivo"/>
                <a:sym typeface="Archivo"/>
              </a:defRPr>
            </a:lvl5pPr>
            <a:lvl6pPr lvl="5" rtl="0" algn="l">
              <a:buNone/>
              <a:defRPr sz="1000">
                <a:solidFill>
                  <a:schemeClr val="lt2"/>
                </a:solidFill>
                <a:latin typeface="Archivo"/>
                <a:ea typeface="Archivo"/>
                <a:cs typeface="Archivo"/>
                <a:sym typeface="Archivo"/>
              </a:defRPr>
            </a:lvl6pPr>
            <a:lvl7pPr lvl="6" rtl="0" algn="l">
              <a:buNone/>
              <a:defRPr sz="1000">
                <a:solidFill>
                  <a:schemeClr val="lt2"/>
                </a:solidFill>
                <a:latin typeface="Archivo"/>
                <a:ea typeface="Archivo"/>
                <a:cs typeface="Archivo"/>
                <a:sym typeface="Archivo"/>
              </a:defRPr>
            </a:lvl7pPr>
            <a:lvl8pPr lvl="7" rtl="0" algn="l">
              <a:buNone/>
              <a:defRPr sz="1000">
                <a:solidFill>
                  <a:schemeClr val="lt2"/>
                </a:solidFill>
                <a:latin typeface="Archivo"/>
                <a:ea typeface="Archivo"/>
                <a:cs typeface="Archivo"/>
                <a:sym typeface="Archivo"/>
              </a:defRPr>
            </a:lvl8pPr>
            <a:lvl9pPr lvl="8" rtl="0" algn="l">
              <a:buNone/>
              <a:defRPr sz="1000">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Divider">
  <p:cSld name="TITLE_1">
    <p:bg>
      <p:bgPr>
        <a:solidFill>
          <a:schemeClr val="lt1"/>
        </a:solidFill>
      </p:bgPr>
    </p:bg>
    <p:spTree>
      <p:nvGrpSpPr>
        <p:cNvPr id="109" name="Shape 109"/>
        <p:cNvGrpSpPr/>
        <p:nvPr/>
      </p:nvGrpSpPr>
      <p:grpSpPr>
        <a:xfrm>
          <a:off x="0" y="0"/>
          <a:ext cx="0" cy="0"/>
          <a:chOff x="0" y="0"/>
          <a:chExt cx="0" cy="0"/>
        </a:xfrm>
      </p:grpSpPr>
      <p:sp>
        <p:nvSpPr>
          <p:cNvPr id="110" name="Google Shape;110;p13"/>
          <p:cNvSpPr/>
          <p:nvPr>
            <p:ph idx="2" type="pic"/>
          </p:nvPr>
        </p:nvSpPr>
        <p:spPr>
          <a:xfrm>
            <a:off x="161800" y="148200"/>
            <a:ext cx="8830200" cy="4118700"/>
          </a:xfrm>
          <a:prstGeom prst="roundRect">
            <a:avLst>
              <a:gd fmla="val 4111" name="adj"/>
            </a:avLst>
          </a:prstGeom>
          <a:noFill/>
          <a:ln>
            <a:noFill/>
          </a:ln>
        </p:spPr>
      </p:sp>
      <p:sp>
        <p:nvSpPr>
          <p:cNvPr id="111" name="Google Shape;111;p13"/>
          <p:cNvSpPr txBox="1"/>
          <p:nvPr>
            <p:ph idx="1" type="subTitle"/>
          </p:nvPr>
        </p:nvSpPr>
        <p:spPr>
          <a:xfrm>
            <a:off x="156900" y="4448550"/>
            <a:ext cx="8830200" cy="503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1pPr>
            <a:lvl2pPr lvl="1"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2pPr>
            <a:lvl3pPr lvl="2"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3pPr>
            <a:lvl4pPr lvl="3"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4pPr>
            <a:lvl5pPr lvl="4"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5pPr>
            <a:lvl6pPr lvl="5"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6pPr>
            <a:lvl7pPr lvl="6"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7pPr>
            <a:lvl8pPr lvl="7"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8pPr>
            <a:lvl9pPr lvl="8" algn="ctr">
              <a:spcBef>
                <a:spcPts val="0"/>
              </a:spcBef>
              <a:spcAft>
                <a:spcPts val="0"/>
              </a:spcAft>
              <a:buClr>
                <a:schemeClr val="lt2"/>
              </a:buClr>
              <a:buSzPts val="4000"/>
              <a:buFont typeface="IBM Plex Serif Medium"/>
              <a:buNone/>
              <a:defRPr sz="4000">
                <a:solidFill>
                  <a:schemeClr val="lt2"/>
                </a:solidFill>
                <a:latin typeface="IBM Plex Serif Medium"/>
                <a:ea typeface="IBM Plex Serif Medium"/>
                <a:cs typeface="IBM Plex Serif Medium"/>
                <a:sym typeface="IBM Plex Serif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p:cSld name="CUSTOM">
    <p:bg>
      <p:bgPr>
        <a:solidFill>
          <a:schemeClr val="lt2"/>
        </a:solidFill>
      </p:bgPr>
    </p:bg>
    <p:spTree>
      <p:nvGrpSpPr>
        <p:cNvPr id="112" name="Shape 112"/>
        <p:cNvGrpSpPr/>
        <p:nvPr/>
      </p:nvGrpSpPr>
      <p:grpSpPr>
        <a:xfrm>
          <a:off x="0" y="0"/>
          <a:ext cx="0" cy="0"/>
          <a:chOff x="0" y="0"/>
          <a:chExt cx="0" cy="0"/>
        </a:xfrm>
      </p:grpSpPr>
      <p:sp>
        <p:nvSpPr>
          <p:cNvPr id="113" name="Google Shape;113;p14"/>
          <p:cNvSpPr/>
          <p:nvPr>
            <p:ph idx="2" type="pic"/>
          </p:nvPr>
        </p:nvSpPr>
        <p:spPr>
          <a:xfrm>
            <a:off x="4572100" y="194400"/>
            <a:ext cx="4368600" cy="4754700"/>
          </a:xfrm>
          <a:prstGeom prst="roundRect">
            <a:avLst>
              <a:gd fmla="val 3533" name="adj"/>
            </a:avLst>
          </a:prstGeom>
          <a:noFill/>
          <a:ln>
            <a:noFill/>
          </a:ln>
        </p:spPr>
      </p:sp>
      <p:sp>
        <p:nvSpPr>
          <p:cNvPr id="114" name="Google Shape;114;p14"/>
          <p:cNvSpPr txBox="1"/>
          <p:nvPr>
            <p:ph idx="1" type="subTitle"/>
          </p:nvPr>
        </p:nvSpPr>
        <p:spPr>
          <a:xfrm>
            <a:off x="391925" y="2038075"/>
            <a:ext cx="3737400" cy="50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1pPr>
            <a:lvl2pPr lvl="1"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2pPr>
            <a:lvl3pPr lvl="2"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3pPr>
            <a:lvl4pPr lvl="3"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4pPr>
            <a:lvl5pPr lvl="4"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5pPr>
            <a:lvl6pPr lvl="5"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6pPr>
            <a:lvl7pPr lvl="6"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7pPr>
            <a:lvl8pPr lvl="7"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8pPr>
            <a:lvl9pPr lvl="8" algn="ctr">
              <a:spcBef>
                <a:spcPts val="0"/>
              </a:spcBef>
              <a:spcAft>
                <a:spcPts val="0"/>
              </a:spcAft>
              <a:buClr>
                <a:schemeClr val="lt1"/>
              </a:buClr>
              <a:buSzPts val="4000"/>
              <a:buFont typeface="IBM Plex Serif Medium"/>
              <a:buNone/>
              <a:defRPr sz="4000">
                <a:solidFill>
                  <a:schemeClr val="lt1"/>
                </a:solidFill>
                <a:latin typeface="IBM Plex Serif Medium"/>
                <a:ea typeface="IBM Plex Serif Medium"/>
                <a:cs typeface="IBM Plex Serif Medium"/>
                <a:sym typeface="IBM Plex Serif Medium"/>
              </a:defRPr>
            </a:lvl9pPr>
          </a:lstStyle>
          <a:p/>
        </p:txBody>
      </p:sp>
      <p:sp>
        <p:nvSpPr>
          <p:cNvPr id="115" name="Google Shape;115;p14"/>
          <p:cNvSpPr txBox="1"/>
          <p:nvPr>
            <p:ph idx="3" type="subTitle"/>
          </p:nvPr>
        </p:nvSpPr>
        <p:spPr>
          <a:xfrm>
            <a:off x="1272125" y="3330763"/>
            <a:ext cx="19770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1pPr>
            <a:lvl2pPr lvl="1"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2pPr>
            <a:lvl3pPr lvl="2"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3pPr>
            <a:lvl4pPr lvl="3"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4pPr>
            <a:lvl5pPr lvl="4"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5pPr>
            <a:lvl6pPr lvl="5"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6pPr>
            <a:lvl7pPr lvl="6"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7pPr>
            <a:lvl8pPr lvl="7"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8pPr>
            <a:lvl9pPr lvl="8" algn="ctr">
              <a:spcBef>
                <a:spcPts val="0"/>
              </a:spcBef>
              <a:spcAft>
                <a:spcPts val="0"/>
              </a:spcAft>
              <a:buClr>
                <a:schemeClr val="lt1"/>
              </a:buClr>
              <a:buSzPts val="1600"/>
              <a:buFont typeface="Archivo Medium"/>
              <a:buNone/>
              <a:defRPr>
                <a:solidFill>
                  <a:schemeClr val="lt1"/>
                </a:solidFill>
                <a:latin typeface="Archivo Medium"/>
                <a:ea typeface="Archivo Medium"/>
                <a:cs typeface="Archivo Medium"/>
                <a:sym typeface="Archivo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s Kit">
  <p:cSld name="CUSTOM_1">
    <p:bg>
      <p:bgPr>
        <a:solidFill>
          <a:schemeClr val="lt1"/>
        </a:solidFill>
      </p:bgPr>
    </p:bg>
    <p:spTree>
      <p:nvGrpSpPr>
        <p:cNvPr id="116" name="Shape 116"/>
        <p:cNvGrpSpPr/>
        <p:nvPr/>
      </p:nvGrpSpPr>
      <p:grpSpPr>
        <a:xfrm>
          <a:off x="0" y="0"/>
          <a:ext cx="0" cy="0"/>
          <a:chOff x="0" y="0"/>
          <a:chExt cx="0" cy="0"/>
        </a:xfrm>
      </p:grpSpPr>
      <p:sp>
        <p:nvSpPr>
          <p:cNvPr id="117" name="Google Shape;117;p15"/>
          <p:cNvSpPr/>
          <p:nvPr>
            <p:ph idx="2" type="pic"/>
          </p:nvPr>
        </p:nvSpPr>
        <p:spPr>
          <a:xfrm>
            <a:off x="236850" y="2068225"/>
            <a:ext cx="8661300" cy="2851800"/>
          </a:xfrm>
          <a:prstGeom prst="roundRect">
            <a:avLst>
              <a:gd fmla="val 7221" name="adj"/>
            </a:avLst>
          </a:prstGeom>
          <a:noFill/>
          <a:ln>
            <a:noFill/>
          </a:ln>
        </p:spPr>
      </p:sp>
      <p:sp>
        <p:nvSpPr>
          <p:cNvPr id="118" name="Google Shape;118;p15"/>
          <p:cNvSpPr txBox="1"/>
          <p:nvPr>
            <p:ph idx="1" type="subTitle"/>
          </p:nvPr>
        </p:nvSpPr>
        <p:spPr>
          <a:xfrm>
            <a:off x="390550" y="630775"/>
            <a:ext cx="22662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19" name="Google Shape;119;p15"/>
          <p:cNvSpPr txBox="1"/>
          <p:nvPr>
            <p:ph idx="3" type="body"/>
          </p:nvPr>
        </p:nvSpPr>
        <p:spPr>
          <a:xfrm>
            <a:off x="390550" y="1133875"/>
            <a:ext cx="22662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120" name="Google Shape;120;p15"/>
          <p:cNvSpPr txBox="1"/>
          <p:nvPr>
            <p:ph idx="4" type="subTitle"/>
          </p:nvPr>
        </p:nvSpPr>
        <p:spPr>
          <a:xfrm>
            <a:off x="3434400" y="630775"/>
            <a:ext cx="22662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21" name="Google Shape;121;p15"/>
          <p:cNvSpPr txBox="1"/>
          <p:nvPr>
            <p:ph idx="5" type="body"/>
          </p:nvPr>
        </p:nvSpPr>
        <p:spPr>
          <a:xfrm>
            <a:off x="3434400" y="1133875"/>
            <a:ext cx="22662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122" name="Google Shape;122;p15"/>
          <p:cNvSpPr txBox="1"/>
          <p:nvPr>
            <p:ph idx="6" type="subTitle"/>
          </p:nvPr>
        </p:nvSpPr>
        <p:spPr>
          <a:xfrm>
            <a:off x="6478250" y="630775"/>
            <a:ext cx="2266200" cy="503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23" name="Google Shape;123;p15"/>
          <p:cNvSpPr txBox="1"/>
          <p:nvPr>
            <p:ph idx="7" type="body"/>
          </p:nvPr>
        </p:nvSpPr>
        <p:spPr>
          <a:xfrm>
            <a:off x="6478250" y="1133875"/>
            <a:ext cx="2266200" cy="682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a:lvl1pPr>
            <a:lvl2pPr indent="-298450" lvl="1" marL="914400">
              <a:spcBef>
                <a:spcPts val="0"/>
              </a:spcBef>
              <a:spcAft>
                <a:spcPts val="0"/>
              </a:spcAft>
              <a:buClr>
                <a:schemeClr val="dk1"/>
              </a:buClr>
              <a:buSzPts val="1100"/>
              <a:buFont typeface="IBM Plex Serif"/>
              <a:buChar char="○"/>
              <a:defRPr/>
            </a:lvl2pPr>
            <a:lvl3pPr indent="-298450" lvl="2" marL="1371600">
              <a:spcBef>
                <a:spcPts val="0"/>
              </a:spcBef>
              <a:spcAft>
                <a:spcPts val="0"/>
              </a:spcAft>
              <a:buClr>
                <a:schemeClr val="dk1"/>
              </a:buClr>
              <a:buSzPts val="1100"/>
              <a:buFont typeface="IBM Plex Serif"/>
              <a:buChar char="■"/>
              <a:defRPr/>
            </a:lvl3pPr>
            <a:lvl4pPr indent="-298450" lvl="3" marL="1828800">
              <a:spcBef>
                <a:spcPts val="0"/>
              </a:spcBef>
              <a:spcAft>
                <a:spcPts val="0"/>
              </a:spcAft>
              <a:buClr>
                <a:schemeClr val="dk1"/>
              </a:buClr>
              <a:buSzPts val="1100"/>
              <a:buFont typeface="IBM Plex Serif"/>
              <a:buChar char="●"/>
              <a:defRPr/>
            </a:lvl4pPr>
            <a:lvl5pPr indent="-298450" lvl="4" marL="2286000">
              <a:spcBef>
                <a:spcPts val="0"/>
              </a:spcBef>
              <a:spcAft>
                <a:spcPts val="0"/>
              </a:spcAft>
              <a:buClr>
                <a:schemeClr val="dk1"/>
              </a:buClr>
              <a:buSzPts val="1100"/>
              <a:buFont typeface="IBM Plex Serif"/>
              <a:buChar char="○"/>
              <a:defRPr/>
            </a:lvl5pPr>
            <a:lvl6pPr indent="-298450" lvl="5" marL="2743200">
              <a:spcBef>
                <a:spcPts val="0"/>
              </a:spcBef>
              <a:spcAft>
                <a:spcPts val="0"/>
              </a:spcAft>
              <a:buClr>
                <a:schemeClr val="dk1"/>
              </a:buClr>
              <a:buSzPts val="1100"/>
              <a:buFont typeface="IBM Plex Serif"/>
              <a:buChar char="■"/>
              <a:defRPr/>
            </a:lvl6pPr>
            <a:lvl7pPr indent="-298450" lvl="6" marL="3200400">
              <a:spcBef>
                <a:spcPts val="0"/>
              </a:spcBef>
              <a:spcAft>
                <a:spcPts val="0"/>
              </a:spcAft>
              <a:buClr>
                <a:schemeClr val="dk1"/>
              </a:buClr>
              <a:buSzPts val="1100"/>
              <a:buFont typeface="IBM Plex Serif"/>
              <a:buChar char="●"/>
              <a:defRPr/>
            </a:lvl7pPr>
            <a:lvl8pPr indent="-298450" lvl="7" marL="3657600">
              <a:spcBef>
                <a:spcPts val="0"/>
              </a:spcBef>
              <a:spcAft>
                <a:spcPts val="0"/>
              </a:spcAft>
              <a:buClr>
                <a:schemeClr val="dk1"/>
              </a:buClr>
              <a:buSzPts val="1100"/>
              <a:buFont typeface="IBM Plex Serif"/>
              <a:buChar char="○"/>
              <a:defRPr/>
            </a:lvl8pPr>
            <a:lvl9pPr indent="-298450" lvl="8" marL="4114800">
              <a:spcBef>
                <a:spcPts val="0"/>
              </a:spcBef>
              <a:spcAft>
                <a:spcPts val="0"/>
              </a:spcAft>
              <a:buClr>
                <a:schemeClr val="dk1"/>
              </a:buClr>
              <a:buSzPts val="1100"/>
              <a:buFont typeface="IBM Plex Serif"/>
              <a:buChar char="■"/>
              <a:defRPr/>
            </a:lvl9pPr>
          </a:lstStyle>
          <a:p/>
        </p:txBody>
      </p:sp>
      <p:sp>
        <p:nvSpPr>
          <p:cNvPr id="124" name="Google Shape;12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chemeClr val="dk1"/>
                </a:solidFill>
                <a:latin typeface="IBM Plex Serif"/>
                <a:ea typeface="IBM Plex Serif"/>
                <a:cs typeface="IBM Plex Serif"/>
                <a:sym typeface="IBM Plex Serif"/>
              </a:defRPr>
            </a:lvl1pPr>
            <a:lvl2pPr lvl="1">
              <a:buNone/>
              <a:defRPr sz="1300">
                <a:solidFill>
                  <a:schemeClr val="dk1"/>
                </a:solidFill>
                <a:latin typeface="IBM Plex Serif"/>
                <a:ea typeface="IBM Plex Serif"/>
                <a:cs typeface="IBM Plex Serif"/>
                <a:sym typeface="IBM Plex Serif"/>
              </a:defRPr>
            </a:lvl2pPr>
            <a:lvl3pPr lvl="2">
              <a:buNone/>
              <a:defRPr sz="1300">
                <a:solidFill>
                  <a:schemeClr val="dk1"/>
                </a:solidFill>
                <a:latin typeface="IBM Plex Serif"/>
                <a:ea typeface="IBM Plex Serif"/>
                <a:cs typeface="IBM Plex Serif"/>
                <a:sym typeface="IBM Plex Serif"/>
              </a:defRPr>
            </a:lvl3pPr>
            <a:lvl4pPr lvl="3">
              <a:buNone/>
              <a:defRPr sz="1300">
                <a:solidFill>
                  <a:schemeClr val="dk1"/>
                </a:solidFill>
                <a:latin typeface="IBM Plex Serif"/>
                <a:ea typeface="IBM Plex Serif"/>
                <a:cs typeface="IBM Plex Serif"/>
                <a:sym typeface="IBM Plex Serif"/>
              </a:defRPr>
            </a:lvl4pPr>
            <a:lvl5pPr lvl="4">
              <a:buNone/>
              <a:defRPr sz="1300">
                <a:solidFill>
                  <a:schemeClr val="dk1"/>
                </a:solidFill>
                <a:latin typeface="IBM Plex Serif"/>
                <a:ea typeface="IBM Plex Serif"/>
                <a:cs typeface="IBM Plex Serif"/>
                <a:sym typeface="IBM Plex Serif"/>
              </a:defRPr>
            </a:lvl5pPr>
            <a:lvl6pPr lvl="5">
              <a:buNone/>
              <a:defRPr sz="1300">
                <a:solidFill>
                  <a:schemeClr val="dk1"/>
                </a:solidFill>
                <a:latin typeface="IBM Plex Serif"/>
                <a:ea typeface="IBM Plex Serif"/>
                <a:cs typeface="IBM Plex Serif"/>
                <a:sym typeface="IBM Plex Serif"/>
              </a:defRPr>
            </a:lvl6pPr>
            <a:lvl7pPr lvl="6">
              <a:buNone/>
              <a:defRPr sz="1300">
                <a:solidFill>
                  <a:schemeClr val="dk1"/>
                </a:solidFill>
                <a:latin typeface="IBM Plex Serif"/>
                <a:ea typeface="IBM Plex Serif"/>
                <a:cs typeface="IBM Plex Serif"/>
                <a:sym typeface="IBM Plex Serif"/>
              </a:defRPr>
            </a:lvl7pPr>
            <a:lvl8pPr lvl="7">
              <a:buNone/>
              <a:defRPr sz="1300">
                <a:solidFill>
                  <a:schemeClr val="dk1"/>
                </a:solidFill>
                <a:latin typeface="IBM Plex Serif"/>
                <a:ea typeface="IBM Plex Serif"/>
                <a:cs typeface="IBM Plex Serif"/>
                <a:sym typeface="IBM Plex Serif"/>
              </a:defRPr>
            </a:lvl8pPr>
            <a:lvl9pPr lvl="8">
              <a:buNone/>
              <a:defRPr sz="1300">
                <a:solidFill>
                  <a:schemeClr val="dk1"/>
                </a:solidFill>
                <a:latin typeface="IBM Plex Serif"/>
                <a:ea typeface="IBM Plex Serif"/>
                <a:cs typeface="IBM Plex Serif"/>
                <a:sym typeface="IBM Plex Serif"/>
              </a:defRPr>
            </a:lvl9pPr>
          </a:lstStyle>
          <a:p>
            <a:pPr indent="0" lvl="0" marL="0" rtl="0" algn="l">
              <a:spcBef>
                <a:spcPts val="0"/>
              </a:spcBef>
              <a:spcAft>
                <a:spcPts val="0"/>
              </a:spcAft>
              <a:buNone/>
            </a:pPr>
            <a:fld id="{00000000-1234-1234-1234-123412341234}" type="slidenum">
              <a:rPr lang="en"/>
              <a:t>‹#›</a:t>
            </a:fld>
            <a:endParaRPr/>
          </a:p>
        </p:txBody>
      </p:sp>
      <p:cxnSp>
        <p:nvCxnSpPr>
          <p:cNvPr id="125" name="Google Shape;125;p15"/>
          <p:cNvCxnSpPr/>
          <p:nvPr/>
        </p:nvCxnSpPr>
        <p:spPr>
          <a:xfrm>
            <a:off x="390550" y="378925"/>
            <a:ext cx="8372700" cy="0"/>
          </a:xfrm>
          <a:prstGeom prst="straightConnector1">
            <a:avLst/>
          </a:prstGeom>
          <a:noFill/>
          <a:ln cap="flat" cmpd="sng" w="9525">
            <a:solidFill>
              <a:schemeClr val="lt2"/>
            </a:solidFill>
            <a:prstDash val="solid"/>
            <a:round/>
            <a:headEnd len="med" w="med" type="none"/>
            <a:tailEnd len="med" w="med" type="none"/>
          </a:ln>
        </p:spPr>
      </p:cxnSp>
      <p:sp>
        <p:nvSpPr>
          <p:cNvPr id="126" name="Google Shape;126;p15"/>
          <p:cNvSpPr txBox="1"/>
          <p:nvPr>
            <p:ph idx="8"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2"/>
                </a:solidFill>
                <a:latin typeface="Archivo"/>
                <a:ea typeface="Archivo"/>
                <a:cs typeface="Archivo"/>
                <a:sym typeface="Archivo"/>
              </a:defRPr>
            </a:lvl1pPr>
            <a:lvl2pPr lvl="1" rtl="0" algn="l">
              <a:buNone/>
              <a:defRPr sz="1000">
                <a:solidFill>
                  <a:schemeClr val="lt2"/>
                </a:solidFill>
                <a:latin typeface="Archivo"/>
                <a:ea typeface="Archivo"/>
                <a:cs typeface="Archivo"/>
                <a:sym typeface="Archivo"/>
              </a:defRPr>
            </a:lvl2pPr>
            <a:lvl3pPr lvl="2" rtl="0" algn="l">
              <a:buNone/>
              <a:defRPr sz="1000">
                <a:solidFill>
                  <a:schemeClr val="lt2"/>
                </a:solidFill>
                <a:latin typeface="Archivo"/>
                <a:ea typeface="Archivo"/>
                <a:cs typeface="Archivo"/>
                <a:sym typeface="Archivo"/>
              </a:defRPr>
            </a:lvl3pPr>
            <a:lvl4pPr lvl="3" rtl="0" algn="l">
              <a:buNone/>
              <a:defRPr sz="1000">
                <a:solidFill>
                  <a:schemeClr val="lt2"/>
                </a:solidFill>
                <a:latin typeface="Archivo"/>
                <a:ea typeface="Archivo"/>
                <a:cs typeface="Archivo"/>
                <a:sym typeface="Archivo"/>
              </a:defRPr>
            </a:lvl4pPr>
            <a:lvl5pPr lvl="4" rtl="0" algn="l">
              <a:buNone/>
              <a:defRPr sz="1000">
                <a:solidFill>
                  <a:schemeClr val="lt2"/>
                </a:solidFill>
                <a:latin typeface="Archivo"/>
                <a:ea typeface="Archivo"/>
                <a:cs typeface="Archivo"/>
                <a:sym typeface="Archivo"/>
              </a:defRPr>
            </a:lvl5pPr>
            <a:lvl6pPr lvl="5" rtl="0" algn="l">
              <a:buNone/>
              <a:defRPr sz="1000">
                <a:solidFill>
                  <a:schemeClr val="lt2"/>
                </a:solidFill>
                <a:latin typeface="Archivo"/>
                <a:ea typeface="Archivo"/>
                <a:cs typeface="Archivo"/>
                <a:sym typeface="Archivo"/>
              </a:defRPr>
            </a:lvl6pPr>
            <a:lvl7pPr lvl="6" rtl="0" algn="l">
              <a:buNone/>
              <a:defRPr sz="1000">
                <a:solidFill>
                  <a:schemeClr val="lt2"/>
                </a:solidFill>
                <a:latin typeface="Archivo"/>
                <a:ea typeface="Archivo"/>
                <a:cs typeface="Archivo"/>
                <a:sym typeface="Archivo"/>
              </a:defRPr>
            </a:lvl7pPr>
            <a:lvl8pPr lvl="7" rtl="0" algn="l">
              <a:buNone/>
              <a:defRPr sz="1000">
                <a:solidFill>
                  <a:schemeClr val="lt2"/>
                </a:solidFill>
                <a:latin typeface="Archivo"/>
                <a:ea typeface="Archivo"/>
                <a:cs typeface="Archivo"/>
                <a:sym typeface="Archivo"/>
              </a:defRPr>
            </a:lvl8pPr>
            <a:lvl9pPr lvl="8" rtl="0" algn="l">
              <a:buNone/>
              <a:defRPr sz="1000">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ntact">
  <p:cSld name="CUSTOM_2">
    <p:bg>
      <p:bgPr>
        <a:solidFill>
          <a:schemeClr val="lt1"/>
        </a:solidFill>
      </p:bgPr>
    </p:bg>
    <p:spTree>
      <p:nvGrpSpPr>
        <p:cNvPr id="127" name="Shape 127"/>
        <p:cNvGrpSpPr/>
        <p:nvPr/>
      </p:nvGrpSpPr>
      <p:grpSpPr>
        <a:xfrm>
          <a:off x="0" y="0"/>
          <a:ext cx="0" cy="0"/>
          <a:chOff x="0" y="0"/>
          <a:chExt cx="0" cy="0"/>
        </a:xfrm>
      </p:grpSpPr>
      <p:sp>
        <p:nvSpPr>
          <p:cNvPr id="128" name="Google Shape;128;p16"/>
          <p:cNvSpPr/>
          <p:nvPr>
            <p:ph idx="2" type="pic"/>
          </p:nvPr>
        </p:nvSpPr>
        <p:spPr>
          <a:xfrm>
            <a:off x="3753475" y="661550"/>
            <a:ext cx="1101900" cy="1323300"/>
          </a:xfrm>
          <a:prstGeom prst="roundRect">
            <a:avLst>
              <a:gd fmla="val 49883" name="adj"/>
            </a:avLst>
          </a:prstGeom>
          <a:noFill/>
          <a:ln>
            <a:noFill/>
          </a:ln>
        </p:spPr>
      </p:sp>
      <p:sp>
        <p:nvSpPr>
          <p:cNvPr id="129" name="Google Shape;129;p16"/>
          <p:cNvSpPr/>
          <p:nvPr>
            <p:ph idx="3" type="pic"/>
          </p:nvPr>
        </p:nvSpPr>
        <p:spPr>
          <a:xfrm>
            <a:off x="5593875" y="661550"/>
            <a:ext cx="1101900" cy="1323300"/>
          </a:xfrm>
          <a:prstGeom prst="roundRect">
            <a:avLst>
              <a:gd fmla="val 49883" name="adj"/>
            </a:avLst>
          </a:prstGeom>
          <a:noFill/>
          <a:ln>
            <a:noFill/>
          </a:ln>
        </p:spPr>
      </p:sp>
      <p:sp>
        <p:nvSpPr>
          <p:cNvPr id="130" name="Google Shape;130;p16"/>
          <p:cNvSpPr/>
          <p:nvPr>
            <p:ph idx="4" type="pic"/>
          </p:nvPr>
        </p:nvSpPr>
        <p:spPr>
          <a:xfrm>
            <a:off x="7434275" y="661550"/>
            <a:ext cx="1101900" cy="1323300"/>
          </a:xfrm>
          <a:prstGeom prst="roundRect">
            <a:avLst>
              <a:gd fmla="val 49883" name="adj"/>
            </a:avLst>
          </a:prstGeom>
          <a:noFill/>
          <a:ln>
            <a:noFill/>
          </a:ln>
        </p:spPr>
      </p:sp>
      <p:sp>
        <p:nvSpPr>
          <p:cNvPr id="131" name="Google Shape;131;p16"/>
          <p:cNvSpPr/>
          <p:nvPr>
            <p:ph idx="5" type="pic"/>
          </p:nvPr>
        </p:nvSpPr>
        <p:spPr>
          <a:xfrm>
            <a:off x="3753475" y="2823850"/>
            <a:ext cx="1101900" cy="1323300"/>
          </a:xfrm>
          <a:prstGeom prst="roundRect">
            <a:avLst>
              <a:gd fmla="val 49883" name="adj"/>
            </a:avLst>
          </a:prstGeom>
          <a:noFill/>
          <a:ln>
            <a:noFill/>
          </a:ln>
        </p:spPr>
      </p:sp>
      <p:sp>
        <p:nvSpPr>
          <p:cNvPr id="132" name="Google Shape;132;p16"/>
          <p:cNvSpPr/>
          <p:nvPr>
            <p:ph idx="6" type="pic"/>
          </p:nvPr>
        </p:nvSpPr>
        <p:spPr>
          <a:xfrm>
            <a:off x="5593875" y="2823850"/>
            <a:ext cx="1101900" cy="1323300"/>
          </a:xfrm>
          <a:prstGeom prst="roundRect">
            <a:avLst>
              <a:gd fmla="val 49883" name="adj"/>
            </a:avLst>
          </a:prstGeom>
          <a:noFill/>
          <a:ln>
            <a:noFill/>
          </a:ln>
        </p:spPr>
      </p:sp>
      <p:sp>
        <p:nvSpPr>
          <p:cNvPr id="133" name="Google Shape;133;p16"/>
          <p:cNvSpPr/>
          <p:nvPr>
            <p:ph idx="7" type="pic"/>
          </p:nvPr>
        </p:nvSpPr>
        <p:spPr>
          <a:xfrm>
            <a:off x="7434275" y="2823850"/>
            <a:ext cx="1101900" cy="1323300"/>
          </a:xfrm>
          <a:prstGeom prst="roundRect">
            <a:avLst>
              <a:gd fmla="val 49883" name="adj"/>
            </a:avLst>
          </a:prstGeom>
          <a:noFill/>
          <a:ln>
            <a:noFill/>
          </a:ln>
        </p:spPr>
      </p:sp>
      <p:sp>
        <p:nvSpPr>
          <p:cNvPr id="134" name="Google Shape;134;p16"/>
          <p:cNvSpPr/>
          <p:nvPr>
            <p:ph idx="8" type="pic"/>
          </p:nvPr>
        </p:nvSpPr>
        <p:spPr>
          <a:xfrm>
            <a:off x="390550" y="661550"/>
            <a:ext cx="2726400" cy="4131300"/>
          </a:xfrm>
          <a:prstGeom prst="roundRect">
            <a:avLst>
              <a:gd fmla="val 49883" name="adj"/>
            </a:avLst>
          </a:prstGeom>
          <a:noFill/>
          <a:ln>
            <a:noFill/>
          </a:ln>
        </p:spPr>
      </p:sp>
      <p:sp>
        <p:nvSpPr>
          <p:cNvPr id="135" name="Google Shape;135;p16"/>
          <p:cNvSpPr txBox="1"/>
          <p:nvPr>
            <p:ph idx="1" type="subTitle"/>
          </p:nvPr>
        </p:nvSpPr>
        <p:spPr>
          <a:xfrm>
            <a:off x="3541225" y="20286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36" name="Google Shape;136;p16"/>
          <p:cNvSpPr txBox="1"/>
          <p:nvPr>
            <p:ph idx="9" type="body"/>
          </p:nvPr>
        </p:nvSpPr>
        <p:spPr>
          <a:xfrm>
            <a:off x="3541225" y="24218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37" name="Google Shape;137;p16"/>
          <p:cNvSpPr txBox="1"/>
          <p:nvPr>
            <p:ph idx="13" type="subTitle"/>
          </p:nvPr>
        </p:nvSpPr>
        <p:spPr>
          <a:xfrm>
            <a:off x="5381625" y="20286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38" name="Google Shape;138;p16"/>
          <p:cNvSpPr txBox="1"/>
          <p:nvPr>
            <p:ph idx="14" type="body"/>
          </p:nvPr>
        </p:nvSpPr>
        <p:spPr>
          <a:xfrm>
            <a:off x="5381625" y="24218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39" name="Google Shape;139;p16"/>
          <p:cNvSpPr txBox="1"/>
          <p:nvPr>
            <p:ph idx="15" type="subTitle"/>
          </p:nvPr>
        </p:nvSpPr>
        <p:spPr>
          <a:xfrm>
            <a:off x="7222025" y="20286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40" name="Google Shape;140;p16"/>
          <p:cNvSpPr txBox="1"/>
          <p:nvPr>
            <p:ph idx="16" type="body"/>
          </p:nvPr>
        </p:nvSpPr>
        <p:spPr>
          <a:xfrm>
            <a:off x="7222025" y="24218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41" name="Google Shape;141;p16"/>
          <p:cNvSpPr txBox="1"/>
          <p:nvPr>
            <p:ph idx="17" type="subTitle"/>
          </p:nvPr>
        </p:nvSpPr>
        <p:spPr>
          <a:xfrm>
            <a:off x="3541225" y="41820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42" name="Google Shape;142;p16"/>
          <p:cNvSpPr txBox="1"/>
          <p:nvPr>
            <p:ph idx="18" type="body"/>
          </p:nvPr>
        </p:nvSpPr>
        <p:spPr>
          <a:xfrm>
            <a:off x="3541225" y="45752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43" name="Google Shape;143;p16"/>
          <p:cNvSpPr txBox="1"/>
          <p:nvPr>
            <p:ph idx="19" type="subTitle"/>
          </p:nvPr>
        </p:nvSpPr>
        <p:spPr>
          <a:xfrm>
            <a:off x="5381625" y="41820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44" name="Google Shape;144;p16"/>
          <p:cNvSpPr txBox="1"/>
          <p:nvPr>
            <p:ph idx="20" type="body"/>
          </p:nvPr>
        </p:nvSpPr>
        <p:spPr>
          <a:xfrm>
            <a:off x="5381625" y="45752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45" name="Google Shape;145;p16"/>
          <p:cNvSpPr txBox="1"/>
          <p:nvPr>
            <p:ph idx="21" type="subTitle"/>
          </p:nvPr>
        </p:nvSpPr>
        <p:spPr>
          <a:xfrm>
            <a:off x="7222025" y="4182025"/>
            <a:ext cx="1526400" cy="50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1pPr>
            <a:lvl2pPr lvl="1"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2pPr>
            <a:lvl3pPr lvl="2"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3pPr>
            <a:lvl4pPr lvl="3"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4pPr>
            <a:lvl5pPr lvl="4"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5pPr>
            <a:lvl6pPr lvl="5"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6pPr>
            <a:lvl7pPr lvl="6"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7pPr>
            <a:lvl8pPr lvl="7"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8pPr>
            <a:lvl9pPr lvl="8" algn="ctr">
              <a:lnSpc>
                <a:spcPct val="80000"/>
              </a:lnSpc>
              <a:spcBef>
                <a:spcPts val="0"/>
              </a:spcBef>
              <a:spcAft>
                <a:spcPts val="0"/>
              </a:spcAft>
              <a:buClr>
                <a:schemeClr val="lt2"/>
              </a:buClr>
              <a:buSzPts val="1600"/>
              <a:buFont typeface="Archivo"/>
              <a:buNone/>
              <a:defRPr b="1">
                <a:solidFill>
                  <a:schemeClr val="lt2"/>
                </a:solidFill>
                <a:latin typeface="Archivo"/>
                <a:ea typeface="Archivo"/>
                <a:cs typeface="Archivo"/>
                <a:sym typeface="Archivo"/>
              </a:defRPr>
            </a:lvl9pPr>
          </a:lstStyle>
          <a:p/>
        </p:txBody>
      </p:sp>
      <p:sp>
        <p:nvSpPr>
          <p:cNvPr id="146" name="Google Shape;146;p16"/>
          <p:cNvSpPr txBox="1"/>
          <p:nvPr>
            <p:ph idx="22" type="body"/>
          </p:nvPr>
        </p:nvSpPr>
        <p:spPr>
          <a:xfrm>
            <a:off x="7222025" y="4575225"/>
            <a:ext cx="1526400" cy="217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dk1"/>
              </a:buClr>
              <a:buSzPts val="1100"/>
              <a:buFont typeface="IBM Plex Serif"/>
              <a:buChar char="●"/>
              <a:defRPr/>
            </a:lvl1pPr>
            <a:lvl2pPr indent="-298450" lvl="1" marL="914400" algn="ctr">
              <a:spcBef>
                <a:spcPts val="0"/>
              </a:spcBef>
              <a:spcAft>
                <a:spcPts val="0"/>
              </a:spcAft>
              <a:buClr>
                <a:schemeClr val="dk1"/>
              </a:buClr>
              <a:buSzPts val="1100"/>
              <a:buFont typeface="IBM Plex Serif"/>
              <a:buChar char="○"/>
              <a:defRPr/>
            </a:lvl2pPr>
            <a:lvl3pPr indent="-298450" lvl="2" marL="1371600" algn="ctr">
              <a:spcBef>
                <a:spcPts val="0"/>
              </a:spcBef>
              <a:spcAft>
                <a:spcPts val="0"/>
              </a:spcAft>
              <a:buClr>
                <a:schemeClr val="dk1"/>
              </a:buClr>
              <a:buSzPts val="1100"/>
              <a:buFont typeface="IBM Plex Serif"/>
              <a:buChar char="■"/>
              <a:defRPr/>
            </a:lvl3pPr>
            <a:lvl4pPr indent="-298450" lvl="3" marL="1828800" algn="ctr">
              <a:spcBef>
                <a:spcPts val="0"/>
              </a:spcBef>
              <a:spcAft>
                <a:spcPts val="0"/>
              </a:spcAft>
              <a:buClr>
                <a:schemeClr val="dk1"/>
              </a:buClr>
              <a:buSzPts val="1100"/>
              <a:buFont typeface="IBM Plex Serif"/>
              <a:buChar char="●"/>
              <a:defRPr/>
            </a:lvl4pPr>
            <a:lvl5pPr indent="-298450" lvl="4" marL="2286000" algn="ctr">
              <a:spcBef>
                <a:spcPts val="0"/>
              </a:spcBef>
              <a:spcAft>
                <a:spcPts val="0"/>
              </a:spcAft>
              <a:buClr>
                <a:schemeClr val="dk1"/>
              </a:buClr>
              <a:buSzPts val="1100"/>
              <a:buFont typeface="IBM Plex Serif"/>
              <a:buChar char="○"/>
              <a:defRPr/>
            </a:lvl5pPr>
            <a:lvl6pPr indent="-298450" lvl="5" marL="2743200" algn="ctr">
              <a:spcBef>
                <a:spcPts val="0"/>
              </a:spcBef>
              <a:spcAft>
                <a:spcPts val="0"/>
              </a:spcAft>
              <a:buClr>
                <a:schemeClr val="dk1"/>
              </a:buClr>
              <a:buSzPts val="1100"/>
              <a:buFont typeface="IBM Plex Serif"/>
              <a:buChar char="■"/>
              <a:defRPr/>
            </a:lvl6pPr>
            <a:lvl7pPr indent="-298450" lvl="6" marL="3200400" algn="ctr">
              <a:spcBef>
                <a:spcPts val="0"/>
              </a:spcBef>
              <a:spcAft>
                <a:spcPts val="0"/>
              </a:spcAft>
              <a:buClr>
                <a:schemeClr val="dk1"/>
              </a:buClr>
              <a:buSzPts val="1100"/>
              <a:buFont typeface="IBM Plex Serif"/>
              <a:buChar char="●"/>
              <a:defRPr/>
            </a:lvl7pPr>
            <a:lvl8pPr indent="-298450" lvl="7" marL="3657600" algn="ctr">
              <a:spcBef>
                <a:spcPts val="0"/>
              </a:spcBef>
              <a:spcAft>
                <a:spcPts val="0"/>
              </a:spcAft>
              <a:buClr>
                <a:schemeClr val="dk1"/>
              </a:buClr>
              <a:buSzPts val="1100"/>
              <a:buFont typeface="IBM Plex Serif"/>
              <a:buChar char="○"/>
              <a:defRPr/>
            </a:lvl8pPr>
            <a:lvl9pPr indent="-298450" lvl="8" marL="4114800" algn="ctr">
              <a:spcBef>
                <a:spcPts val="0"/>
              </a:spcBef>
              <a:spcAft>
                <a:spcPts val="0"/>
              </a:spcAft>
              <a:buClr>
                <a:schemeClr val="dk1"/>
              </a:buClr>
              <a:buSzPts val="1100"/>
              <a:buFont typeface="IBM Plex Serif"/>
              <a:buChar char="■"/>
              <a:defRPr/>
            </a:lvl9pPr>
          </a:lstStyle>
          <a:p/>
        </p:txBody>
      </p:sp>
      <p:sp>
        <p:nvSpPr>
          <p:cNvPr id="147" name="Google Shape;147;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chemeClr val="dk1"/>
                </a:solidFill>
                <a:latin typeface="IBM Plex Serif"/>
                <a:ea typeface="IBM Plex Serif"/>
                <a:cs typeface="IBM Plex Serif"/>
                <a:sym typeface="IBM Plex Serif"/>
              </a:defRPr>
            </a:lvl1pPr>
            <a:lvl2pPr lvl="1">
              <a:buNone/>
              <a:defRPr sz="1300">
                <a:solidFill>
                  <a:schemeClr val="dk1"/>
                </a:solidFill>
                <a:latin typeface="IBM Plex Serif"/>
                <a:ea typeface="IBM Plex Serif"/>
                <a:cs typeface="IBM Plex Serif"/>
                <a:sym typeface="IBM Plex Serif"/>
              </a:defRPr>
            </a:lvl2pPr>
            <a:lvl3pPr lvl="2">
              <a:buNone/>
              <a:defRPr sz="1300">
                <a:solidFill>
                  <a:schemeClr val="dk1"/>
                </a:solidFill>
                <a:latin typeface="IBM Plex Serif"/>
                <a:ea typeface="IBM Plex Serif"/>
                <a:cs typeface="IBM Plex Serif"/>
                <a:sym typeface="IBM Plex Serif"/>
              </a:defRPr>
            </a:lvl3pPr>
            <a:lvl4pPr lvl="3">
              <a:buNone/>
              <a:defRPr sz="1300">
                <a:solidFill>
                  <a:schemeClr val="dk1"/>
                </a:solidFill>
                <a:latin typeface="IBM Plex Serif"/>
                <a:ea typeface="IBM Plex Serif"/>
                <a:cs typeface="IBM Plex Serif"/>
                <a:sym typeface="IBM Plex Serif"/>
              </a:defRPr>
            </a:lvl4pPr>
            <a:lvl5pPr lvl="4">
              <a:buNone/>
              <a:defRPr sz="1300">
                <a:solidFill>
                  <a:schemeClr val="dk1"/>
                </a:solidFill>
                <a:latin typeface="IBM Plex Serif"/>
                <a:ea typeface="IBM Plex Serif"/>
                <a:cs typeface="IBM Plex Serif"/>
                <a:sym typeface="IBM Plex Serif"/>
              </a:defRPr>
            </a:lvl5pPr>
            <a:lvl6pPr lvl="5">
              <a:buNone/>
              <a:defRPr sz="1300">
                <a:solidFill>
                  <a:schemeClr val="dk1"/>
                </a:solidFill>
                <a:latin typeface="IBM Plex Serif"/>
                <a:ea typeface="IBM Plex Serif"/>
                <a:cs typeface="IBM Plex Serif"/>
                <a:sym typeface="IBM Plex Serif"/>
              </a:defRPr>
            </a:lvl6pPr>
            <a:lvl7pPr lvl="6">
              <a:buNone/>
              <a:defRPr sz="1300">
                <a:solidFill>
                  <a:schemeClr val="dk1"/>
                </a:solidFill>
                <a:latin typeface="IBM Plex Serif"/>
                <a:ea typeface="IBM Plex Serif"/>
                <a:cs typeface="IBM Plex Serif"/>
                <a:sym typeface="IBM Plex Serif"/>
              </a:defRPr>
            </a:lvl7pPr>
            <a:lvl8pPr lvl="7">
              <a:buNone/>
              <a:defRPr sz="1300">
                <a:solidFill>
                  <a:schemeClr val="dk1"/>
                </a:solidFill>
                <a:latin typeface="IBM Plex Serif"/>
                <a:ea typeface="IBM Plex Serif"/>
                <a:cs typeface="IBM Plex Serif"/>
                <a:sym typeface="IBM Plex Serif"/>
              </a:defRPr>
            </a:lvl8pPr>
            <a:lvl9pPr lvl="8">
              <a:buNone/>
              <a:defRPr sz="1300">
                <a:solidFill>
                  <a:schemeClr val="dk1"/>
                </a:solidFill>
                <a:latin typeface="IBM Plex Serif"/>
                <a:ea typeface="IBM Plex Serif"/>
                <a:cs typeface="IBM Plex Serif"/>
                <a:sym typeface="IBM Plex Serif"/>
              </a:defRPr>
            </a:lvl9pPr>
          </a:lstStyle>
          <a:p>
            <a:pPr indent="0" lvl="0" marL="0" rtl="0" algn="l">
              <a:spcBef>
                <a:spcPts val="0"/>
              </a:spcBef>
              <a:spcAft>
                <a:spcPts val="0"/>
              </a:spcAft>
              <a:buNone/>
            </a:pPr>
            <a:fld id="{00000000-1234-1234-1234-123412341234}" type="slidenum">
              <a:rPr lang="en"/>
              <a:t>‹#›</a:t>
            </a:fld>
            <a:endParaRPr/>
          </a:p>
        </p:txBody>
      </p:sp>
      <p:cxnSp>
        <p:nvCxnSpPr>
          <p:cNvPr id="148" name="Google Shape;148;p16"/>
          <p:cNvCxnSpPr/>
          <p:nvPr/>
        </p:nvCxnSpPr>
        <p:spPr>
          <a:xfrm>
            <a:off x="390550" y="378925"/>
            <a:ext cx="8372700" cy="0"/>
          </a:xfrm>
          <a:prstGeom prst="straightConnector1">
            <a:avLst/>
          </a:prstGeom>
          <a:noFill/>
          <a:ln cap="flat" cmpd="sng" w="9525">
            <a:solidFill>
              <a:schemeClr val="lt2"/>
            </a:solidFill>
            <a:prstDash val="solid"/>
            <a:round/>
            <a:headEnd len="med" w="med" type="none"/>
            <a:tailEnd len="med" w="med" type="none"/>
          </a:ln>
        </p:spPr>
      </p:cxnSp>
      <p:sp>
        <p:nvSpPr>
          <p:cNvPr id="149" name="Google Shape;149;p16"/>
          <p:cNvSpPr txBox="1"/>
          <p:nvPr>
            <p:ph idx="23"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2"/>
                </a:solidFill>
                <a:latin typeface="Archivo"/>
                <a:ea typeface="Archivo"/>
                <a:cs typeface="Archivo"/>
                <a:sym typeface="Archivo"/>
              </a:defRPr>
            </a:lvl1pPr>
            <a:lvl2pPr lvl="1" rtl="0" algn="l">
              <a:buNone/>
              <a:defRPr sz="1000">
                <a:solidFill>
                  <a:schemeClr val="lt2"/>
                </a:solidFill>
                <a:latin typeface="Archivo"/>
                <a:ea typeface="Archivo"/>
                <a:cs typeface="Archivo"/>
                <a:sym typeface="Archivo"/>
              </a:defRPr>
            </a:lvl2pPr>
            <a:lvl3pPr lvl="2" rtl="0" algn="l">
              <a:buNone/>
              <a:defRPr sz="1000">
                <a:solidFill>
                  <a:schemeClr val="lt2"/>
                </a:solidFill>
                <a:latin typeface="Archivo"/>
                <a:ea typeface="Archivo"/>
                <a:cs typeface="Archivo"/>
                <a:sym typeface="Archivo"/>
              </a:defRPr>
            </a:lvl3pPr>
            <a:lvl4pPr lvl="3" rtl="0" algn="l">
              <a:buNone/>
              <a:defRPr sz="1000">
                <a:solidFill>
                  <a:schemeClr val="lt2"/>
                </a:solidFill>
                <a:latin typeface="Archivo"/>
                <a:ea typeface="Archivo"/>
                <a:cs typeface="Archivo"/>
                <a:sym typeface="Archivo"/>
              </a:defRPr>
            </a:lvl4pPr>
            <a:lvl5pPr lvl="4" rtl="0" algn="l">
              <a:buNone/>
              <a:defRPr sz="1000">
                <a:solidFill>
                  <a:schemeClr val="lt2"/>
                </a:solidFill>
                <a:latin typeface="Archivo"/>
                <a:ea typeface="Archivo"/>
                <a:cs typeface="Archivo"/>
                <a:sym typeface="Archivo"/>
              </a:defRPr>
            </a:lvl5pPr>
            <a:lvl6pPr lvl="5" rtl="0" algn="l">
              <a:buNone/>
              <a:defRPr sz="1000">
                <a:solidFill>
                  <a:schemeClr val="lt2"/>
                </a:solidFill>
                <a:latin typeface="Archivo"/>
                <a:ea typeface="Archivo"/>
                <a:cs typeface="Archivo"/>
                <a:sym typeface="Archivo"/>
              </a:defRPr>
            </a:lvl6pPr>
            <a:lvl7pPr lvl="6" rtl="0" algn="l">
              <a:buNone/>
              <a:defRPr sz="1000">
                <a:solidFill>
                  <a:schemeClr val="lt2"/>
                </a:solidFill>
                <a:latin typeface="Archivo"/>
                <a:ea typeface="Archivo"/>
                <a:cs typeface="Archivo"/>
                <a:sym typeface="Archivo"/>
              </a:defRPr>
            </a:lvl7pPr>
            <a:lvl8pPr lvl="7" rtl="0" algn="l">
              <a:buNone/>
              <a:defRPr sz="1000">
                <a:solidFill>
                  <a:schemeClr val="lt2"/>
                </a:solidFill>
                <a:latin typeface="Archivo"/>
                <a:ea typeface="Archivo"/>
                <a:cs typeface="Archivo"/>
                <a:sym typeface="Archivo"/>
              </a:defRPr>
            </a:lvl8pPr>
            <a:lvl9pPr lvl="8" rtl="0" algn="l">
              <a:buNone/>
              <a:defRPr sz="1000">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eers">
  <p:cSld name="CUSTOM_3">
    <p:bg>
      <p:bgPr>
        <a:solidFill>
          <a:schemeClr val="lt2"/>
        </a:solidFill>
      </p:bgPr>
    </p:bg>
    <p:spTree>
      <p:nvGrpSpPr>
        <p:cNvPr id="150" name="Shape 150"/>
        <p:cNvGrpSpPr/>
        <p:nvPr/>
      </p:nvGrpSpPr>
      <p:grpSpPr>
        <a:xfrm>
          <a:off x="0" y="0"/>
          <a:ext cx="0" cy="0"/>
          <a:chOff x="0" y="0"/>
          <a:chExt cx="0" cy="0"/>
        </a:xfrm>
      </p:grpSpPr>
      <p:sp>
        <p:nvSpPr>
          <p:cNvPr id="151" name="Google Shape;151;p17"/>
          <p:cNvSpPr txBox="1"/>
          <p:nvPr>
            <p:ph idx="1" type="subTitle"/>
          </p:nvPr>
        </p:nvSpPr>
        <p:spPr>
          <a:xfrm>
            <a:off x="6892900" y="630775"/>
            <a:ext cx="1748700" cy="50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152" name="Google Shape;152;p17"/>
          <p:cNvSpPr txBox="1"/>
          <p:nvPr>
            <p:ph idx="2" type="body"/>
          </p:nvPr>
        </p:nvSpPr>
        <p:spPr>
          <a:xfrm>
            <a:off x="6892900" y="1133875"/>
            <a:ext cx="1748700" cy="682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Font typeface="IBM Plex Serif"/>
              <a:buChar char="●"/>
              <a:defRPr>
                <a:solidFill>
                  <a:schemeClr val="lt1"/>
                </a:solidFill>
              </a:defRPr>
            </a:lvl1pPr>
            <a:lvl2pPr indent="-298450" lvl="1" marL="914400" algn="ctr">
              <a:spcBef>
                <a:spcPts val="0"/>
              </a:spcBef>
              <a:spcAft>
                <a:spcPts val="0"/>
              </a:spcAft>
              <a:buClr>
                <a:schemeClr val="lt1"/>
              </a:buClr>
              <a:buSzPts val="1100"/>
              <a:buFont typeface="IBM Plex Serif"/>
              <a:buChar char="○"/>
              <a:defRPr>
                <a:solidFill>
                  <a:schemeClr val="lt1"/>
                </a:solidFill>
              </a:defRPr>
            </a:lvl2pPr>
            <a:lvl3pPr indent="-298450" lvl="2" marL="1371600" algn="ctr">
              <a:spcBef>
                <a:spcPts val="0"/>
              </a:spcBef>
              <a:spcAft>
                <a:spcPts val="0"/>
              </a:spcAft>
              <a:buClr>
                <a:schemeClr val="lt1"/>
              </a:buClr>
              <a:buSzPts val="1100"/>
              <a:buFont typeface="IBM Plex Serif"/>
              <a:buChar char="■"/>
              <a:defRPr>
                <a:solidFill>
                  <a:schemeClr val="lt1"/>
                </a:solidFill>
              </a:defRPr>
            </a:lvl3pPr>
            <a:lvl4pPr indent="-298450" lvl="3" marL="1828800" algn="ctr">
              <a:spcBef>
                <a:spcPts val="0"/>
              </a:spcBef>
              <a:spcAft>
                <a:spcPts val="0"/>
              </a:spcAft>
              <a:buClr>
                <a:schemeClr val="lt1"/>
              </a:buClr>
              <a:buSzPts val="1100"/>
              <a:buFont typeface="IBM Plex Serif"/>
              <a:buChar char="●"/>
              <a:defRPr>
                <a:solidFill>
                  <a:schemeClr val="lt1"/>
                </a:solidFill>
              </a:defRPr>
            </a:lvl4pPr>
            <a:lvl5pPr indent="-298450" lvl="4" marL="2286000" algn="ctr">
              <a:spcBef>
                <a:spcPts val="0"/>
              </a:spcBef>
              <a:spcAft>
                <a:spcPts val="0"/>
              </a:spcAft>
              <a:buClr>
                <a:schemeClr val="lt1"/>
              </a:buClr>
              <a:buSzPts val="1100"/>
              <a:buFont typeface="IBM Plex Serif"/>
              <a:buChar char="○"/>
              <a:defRPr>
                <a:solidFill>
                  <a:schemeClr val="lt1"/>
                </a:solidFill>
              </a:defRPr>
            </a:lvl5pPr>
            <a:lvl6pPr indent="-298450" lvl="5" marL="2743200" algn="ctr">
              <a:spcBef>
                <a:spcPts val="0"/>
              </a:spcBef>
              <a:spcAft>
                <a:spcPts val="0"/>
              </a:spcAft>
              <a:buClr>
                <a:schemeClr val="lt1"/>
              </a:buClr>
              <a:buSzPts val="1100"/>
              <a:buFont typeface="IBM Plex Serif"/>
              <a:buChar char="■"/>
              <a:defRPr>
                <a:solidFill>
                  <a:schemeClr val="lt1"/>
                </a:solidFill>
              </a:defRPr>
            </a:lvl6pPr>
            <a:lvl7pPr indent="-298450" lvl="6" marL="3200400" algn="ctr">
              <a:spcBef>
                <a:spcPts val="0"/>
              </a:spcBef>
              <a:spcAft>
                <a:spcPts val="0"/>
              </a:spcAft>
              <a:buClr>
                <a:schemeClr val="lt1"/>
              </a:buClr>
              <a:buSzPts val="1100"/>
              <a:buFont typeface="IBM Plex Serif"/>
              <a:buChar char="●"/>
              <a:defRPr>
                <a:solidFill>
                  <a:schemeClr val="lt1"/>
                </a:solidFill>
              </a:defRPr>
            </a:lvl7pPr>
            <a:lvl8pPr indent="-298450" lvl="7" marL="3657600" algn="ctr">
              <a:spcBef>
                <a:spcPts val="0"/>
              </a:spcBef>
              <a:spcAft>
                <a:spcPts val="0"/>
              </a:spcAft>
              <a:buClr>
                <a:schemeClr val="lt1"/>
              </a:buClr>
              <a:buSzPts val="1100"/>
              <a:buFont typeface="IBM Plex Serif"/>
              <a:buChar char="○"/>
              <a:defRPr>
                <a:solidFill>
                  <a:schemeClr val="lt1"/>
                </a:solidFill>
              </a:defRPr>
            </a:lvl8pPr>
            <a:lvl9pPr indent="-298450" lvl="8" marL="4114800" algn="ctr">
              <a:spcBef>
                <a:spcPts val="0"/>
              </a:spcBef>
              <a:spcAft>
                <a:spcPts val="0"/>
              </a:spcAft>
              <a:buClr>
                <a:schemeClr val="lt1"/>
              </a:buClr>
              <a:buSzPts val="1100"/>
              <a:buFont typeface="IBM Plex Serif"/>
              <a:buChar char="■"/>
              <a:defRPr>
                <a:solidFill>
                  <a:schemeClr val="lt1"/>
                </a:solidFill>
              </a:defRPr>
            </a:lvl9pPr>
          </a:lstStyle>
          <a:p/>
        </p:txBody>
      </p:sp>
      <p:sp>
        <p:nvSpPr>
          <p:cNvPr id="153" name="Google Shape;153;p17"/>
          <p:cNvSpPr txBox="1"/>
          <p:nvPr>
            <p:ph idx="3" type="subTitle"/>
          </p:nvPr>
        </p:nvSpPr>
        <p:spPr>
          <a:xfrm>
            <a:off x="4747750" y="630775"/>
            <a:ext cx="1748700" cy="50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154" name="Google Shape;154;p17"/>
          <p:cNvSpPr txBox="1"/>
          <p:nvPr>
            <p:ph idx="4" type="body"/>
          </p:nvPr>
        </p:nvSpPr>
        <p:spPr>
          <a:xfrm>
            <a:off x="4747750" y="1133875"/>
            <a:ext cx="1748700" cy="682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Font typeface="IBM Plex Serif"/>
              <a:buChar char="●"/>
              <a:defRPr>
                <a:solidFill>
                  <a:schemeClr val="lt1"/>
                </a:solidFill>
              </a:defRPr>
            </a:lvl1pPr>
            <a:lvl2pPr indent="-298450" lvl="1" marL="914400" algn="ctr">
              <a:spcBef>
                <a:spcPts val="0"/>
              </a:spcBef>
              <a:spcAft>
                <a:spcPts val="0"/>
              </a:spcAft>
              <a:buClr>
                <a:schemeClr val="lt1"/>
              </a:buClr>
              <a:buSzPts val="1100"/>
              <a:buFont typeface="IBM Plex Serif"/>
              <a:buChar char="○"/>
              <a:defRPr>
                <a:solidFill>
                  <a:schemeClr val="lt1"/>
                </a:solidFill>
              </a:defRPr>
            </a:lvl2pPr>
            <a:lvl3pPr indent="-298450" lvl="2" marL="1371600" algn="ctr">
              <a:spcBef>
                <a:spcPts val="0"/>
              </a:spcBef>
              <a:spcAft>
                <a:spcPts val="0"/>
              </a:spcAft>
              <a:buClr>
                <a:schemeClr val="lt1"/>
              </a:buClr>
              <a:buSzPts val="1100"/>
              <a:buFont typeface="IBM Plex Serif"/>
              <a:buChar char="■"/>
              <a:defRPr>
                <a:solidFill>
                  <a:schemeClr val="lt1"/>
                </a:solidFill>
              </a:defRPr>
            </a:lvl3pPr>
            <a:lvl4pPr indent="-298450" lvl="3" marL="1828800" algn="ctr">
              <a:spcBef>
                <a:spcPts val="0"/>
              </a:spcBef>
              <a:spcAft>
                <a:spcPts val="0"/>
              </a:spcAft>
              <a:buClr>
                <a:schemeClr val="lt1"/>
              </a:buClr>
              <a:buSzPts val="1100"/>
              <a:buFont typeface="IBM Plex Serif"/>
              <a:buChar char="●"/>
              <a:defRPr>
                <a:solidFill>
                  <a:schemeClr val="lt1"/>
                </a:solidFill>
              </a:defRPr>
            </a:lvl4pPr>
            <a:lvl5pPr indent="-298450" lvl="4" marL="2286000" algn="ctr">
              <a:spcBef>
                <a:spcPts val="0"/>
              </a:spcBef>
              <a:spcAft>
                <a:spcPts val="0"/>
              </a:spcAft>
              <a:buClr>
                <a:schemeClr val="lt1"/>
              </a:buClr>
              <a:buSzPts val="1100"/>
              <a:buFont typeface="IBM Plex Serif"/>
              <a:buChar char="○"/>
              <a:defRPr>
                <a:solidFill>
                  <a:schemeClr val="lt1"/>
                </a:solidFill>
              </a:defRPr>
            </a:lvl5pPr>
            <a:lvl6pPr indent="-298450" lvl="5" marL="2743200" algn="ctr">
              <a:spcBef>
                <a:spcPts val="0"/>
              </a:spcBef>
              <a:spcAft>
                <a:spcPts val="0"/>
              </a:spcAft>
              <a:buClr>
                <a:schemeClr val="lt1"/>
              </a:buClr>
              <a:buSzPts val="1100"/>
              <a:buFont typeface="IBM Plex Serif"/>
              <a:buChar char="■"/>
              <a:defRPr>
                <a:solidFill>
                  <a:schemeClr val="lt1"/>
                </a:solidFill>
              </a:defRPr>
            </a:lvl6pPr>
            <a:lvl7pPr indent="-298450" lvl="6" marL="3200400" algn="ctr">
              <a:spcBef>
                <a:spcPts val="0"/>
              </a:spcBef>
              <a:spcAft>
                <a:spcPts val="0"/>
              </a:spcAft>
              <a:buClr>
                <a:schemeClr val="lt1"/>
              </a:buClr>
              <a:buSzPts val="1100"/>
              <a:buFont typeface="IBM Plex Serif"/>
              <a:buChar char="●"/>
              <a:defRPr>
                <a:solidFill>
                  <a:schemeClr val="lt1"/>
                </a:solidFill>
              </a:defRPr>
            </a:lvl7pPr>
            <a:lvl8pPr indent="-298450" lvl="7" marL="3657600" algn="ctr">
              <a:spcBef>
                <a:spcPts val="0"/>
              </a:spcBef>
              <a:spcAft>
                <a:spcPts val="0"/>
              </a:spcAft>
              <a:buClr>
                <a:schemeClr val="lt1"/>
              </a:buClr>
              <a:buSzPts val="1100"/>
              <a:buFont typeface="IBM Plex Serif"/>
              <a:buChar char="○"/>
              <a:defRPr>
                <a:solidFill>
                  <a:schemeClr val="lt1"/>
                </a:solidFill>
              </a:defRPr>
            </a:lvl8pPr>
            <a:lvl9pPr indent="-298450" lvl="8" marL="4114800" algn="ctr">
              <a:spcBef>
                <a:spcPts val="0"/>
              </a:spcBef>
              <a:spcAft>
                <a:spcPts val="0"/>
              </a:spcAft>
              <a:buClr>
                <a:schemeClr val="lt1"/>
              </a:buClr>
              <a:buSzPts val="1100"/>
              <a:buFont typeface="IBM Plex Serif"/>
              <a:buChar char="■"/>
              <a:defRPr>
                <a:solidFill>
                  <a:schemeClr val="lt1"/>
                </a:solidFill>
              </a:defRPr>
            </a:lvl9pPr>
          </a:lstStyle>
          <a:p/>
        </p:txBody>
      </p:sp>
      <p:sp>
        <p:nvSpPr>
          <p:cNvPr id="155" name="Google Shape;155;p17"/>
          <p:cNvSpPr/>
          <p:nvPr>
            <p:ph idx="5" type="pic"/>
          </p:nvPr>
        </p:nvSpPr>
        <p:spPr>
          <a:xfrm>
            <a:off x="457550" y="2136050"/>
            <a:ext cx="1748700" cy="2316000"/>
          </a:xfrm>
          <a:prstGeom prst="roundRect">
            <a:avLst>
              <a:gd fmla="val 50000" name="adj"/>
            </a:avLst>
          </a:prstGeom>
          <a:noFill/>
          <a:ln>
            <a:noFill/>
          </a:ln>
        </p:spPr>
      </p:sp>
      <p:sp>
        <p:nvSpPr>
          <p:cNvPr id="156" name="Google Shape;156;p17"/>
          <p:cNvSpPr/>
          <p:nvPr>
            <p:ph idx="6" type="pic"/>
          </p:nvPr>
        </p:nvSpPr>
        <p:spPr>
          <a:xfrm>
            <a:off x="2602596" y="2136050"/>
            <a:ext cx="1748700" cy="2316000"/>
          </a:xfrm>
          <a:prstGeom prst="roundRect">
            <a:avLst>
              <a:gd fmla="val 50000" name="adj"/>
            </a:avLst>
          </a:prstGeom>
          <a:noFill/>
          <a:ln>
            <a:noFill/>
          </a:ln>
        </p:spPr>
      </p:sp>
      <p:sp>
        <p:nvSpPr>
          <p:cNvPr id="157" name="Google Shape;157;p17"/>
          <p:cNvSpPr/>
          <p:nvPr>
            <p:ph idx="7" type="pic"/>
          </p:nvPr>
        </p:nvSpPr>
        <p:spPr>
          <a:xfrm>
            <a:off x="4747696" y="2136050"/>
            <a:ext cx="1748700" cy="2316000"/>
          </a:xfrm>
          <a:prstGeom prst="roundRect">
            <a:avLst>
              <a:gd fmla="val 50000" name="adj"/>
            </a:avLst>
          </a:prstGeom>
          <a:noFill/>
          <a:ln>
            <a:noFill/>
          </a:ln>
        </p:spPr>
      </p:sp>
      <p:sp>
        <p:nvSpPr>
          <p:cNvPr id="158" name="Google Shape;158;p17"/>
          <p:cNvSpPr/>
          <p:nvPr>
            <p:ph idx="8" type="pic"/>
          </p:nvPr>
        </p:nvSpPr>
        <p:spPr>
          <a:xfrm>
            <a:off x="6892796" y="2136050"/>
            <a:ext cx="1748700" cy="2316000"/>
          </a:xfrm>
          <a:prstGeom prst="roundRect">
            <a:avLst>
              <a:gd fmla="val 50000" name="adj"/>
            </a:avLst>
          </a:prstGeom>
          <a:noFill/>
          <a:ln>
            <a:noFill/>
          </a:ln>
        </p:spPr>
      </p:sp>
      <p:sp>
        <p:nvSpPr>
          <p:cNvPr id="159" name="Google Shape;159;p17"/>
          <p:cNvSpPr txBox="1"/>
          <p:nvPr>
            <p:ph idx="9" type="subTitle"/>
          </p:nvPr>
        </p:nvSpPr>
        <p:spPr>
          <a:xfrm>
            <a:off x="457450" y="630775"/>
            <a:ext cx="1748700" cy="50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160" name="Google Shape;160;p17"/>
          <p:cNvSpPr txBox="1"/>
          <p:nvPr>
            <p:ph idx="13" type="body"/>
          </p:nvPr>
        </p:nvSpPr>
        <p:spPr>
          <a:xfrm>
            <a:off x="457450" y="1133875"/>
            <a:ext cx="1748700" cy="682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Font typeface="IBM Plex Serif"/>
              <a:buChar char="●"/>
              <a:defRPr>
                <a:solidFill>
                  <a:schemeClr val="lt1"/>
                </a:solidFill>
              </a:defRPr>
            </a:lvl1pPr>
            <a:lvl2pPr indent="-298450" lvl="1" marL="914400" algn="ctr">
              <a:spcBef>
                <a:spcPts val="0"/>
              </a:spcBef>
              <a:spcAft>
                <a:spcPts val="0"/>
              </a:spcAft>
              <a:buClr>
                <a:schemeClr val="lt1"/>
              </a:buClr>
              <a:buSzPts val="1100"/>
              <a:buFont typeface="IBM Plex Serif"/>
              <a:buChar char="○"/>
              <a:defRPr>
                <a:solidFill>
                  <a:schemeClr val="lt1"/>
                </a:solidFill>
              </a:defRPr>
            </a:lvl2pPr>
            <a:lvl3pPr indent="-298450" lvl="2" marL="1371600" algn="ctr">
              <a:spcBef>
                <a:spcPts val="0"/>
              </a:spcBef>
              <a:spcAft>
                <a:spcPts val="0"/>
              </a:spcAft>
              <a:buClr>
                <a:schemeClr val="lt1"/>
              </a:buClr>
              <a:buSzPts val="1100"/>
              <a:buFont typeface="IBM Plex Serif"/>
              <a:buChar char="■"/>
              <a:defRPr>
                <a:solidFill>
                  <a:schemeClr val="lt1"/>
                </a:solidFill>
              </a:defRPr>
            </a:lvl3pPr>
            <a:lvl4pPr indent="-298450" lvl="3" marL="1828800" algn="ctr">
              <a:spcBef>
                <a:spcPts val="0"/>
              </a:spcBef>
              <a:spcAft>
                <a:spcPts val="0"/>
              </a:spcAft>
              <a:buClr>
                <a:schemeClr val="lt1"/>
              </a:buClr>
              <a:buSzPts val="1100"/>
              <a:buFont typeface="IBM Plex Serif"/>
              <a:buChar char="●"/>
              <a:defRPr>
                <a:solidFill>
                  <a:schemeClr val="lt1"/>
                </a:solidFill>
              </a:defRPr>
            </a:lvl4pPr>
            <a:lvl5pPr indent="-298450" lvl="4" marL="2286000" algn="ctr">
              <a:spcBef>
                <a:spcPts val="0"/>
              </a:spcBef>
              <a:spcAft>
                <a:spcPts val="0"/>
              </a:spcAft>
              <a:buClr>
                <a:schemeClr val="lt1"/>
              </a:buClr>
              <a:buSzPts val="1100"/>
              <a:buFont typeface="IBM Plex Serif"/>
              <a:buChar char="○"/>
              <a:defRPr>
                <a:solidFill>
                  <a:schemeClr val="lt1"/>
                </a:solidFill>
              </a:defRPr>
            </a:lvl5pPr>
            <a:lvl6pPr indent="-298450" lvl="5" marL="2743200" algn="ctr">
              <a:spcBef>
                <a:spcPts val="0"/>
              </a:spcBef>
              <a:spcAft>
                <a:spcPts val="0"/>
              </a:spcAft>
              <a:buClr>
                <a:schemeClr val="lt1"/>
              </a:buClr>
              <a:buSzPts val="1100"/>
              <a:buFont typeface="IBM Plex Serif"/>
              <a:buChar char="■"/>
              <a:defRPr>
                <a:solidFill>
                  <a:schemeClr val="lt1"/>
                </a:solidFill>
              </a:defRPr>
            </a:lvl6pPr>
            <a:lvl7pPr indent="-298450" lvl="6" marL="3200400" algn="ctr">
              <a:spcBef>
                <a:spcPts val="0"/>
              </a:spcBef>
              <a:spcAft>
                <a:spcPts val="0"/>
              </a:spcAft>
              <a:buClr>
                <a:schemeClr val="lt1"/>
              </a:buClr>
              <a:buSzPts val="1100"/>
              <a:buFont typeface="IBM Plex Serif"/>
              <a:buChar char="●"/>
              <a:defRPr>
                <a:solidFill>
                  <a:schemeClr val="lt1"/>
                </a:solidFill>
              </a:defRPr>
            </a:lvl7pPr>
            <a:lvl8pPr indent="-298450" lvl="7" marL="3657600" algn="ctr">
              <a:spcBef>
                <a:spcPts val="0"/>
              </a:spcBef>
              <a:spcAft>
                <a:spcPts val="0"/>
              </a:spcAft>
              <a:buClr>
                <a:schemeClr val="lt1"/>
              </a:buClr>
              <a:buSzPts val="1100"/>
              <a:buFont typeface="IBM Plex Serif"/>
              <a:buChar char="○"/>
              <a:defRPr>
                <a:solidFill>
                  <a:schemeClr val="lt1"/>
                </a:solidFill>
              </a:defRPr>
            </a:lvl8pPr>
            <a:lvl9pPr indent="-298450" lvl="8" marL="4114800" algn="ctr">
              <a:spcBef>
                <a:spcPts val="0"/>
              </a:spcBef>
              <a:spcAft>
                <a:spcPts val="0"/>
              </a:spcAft>
              <a:buClr>
                <a:schemeClr val="lt1"/>
              </a:buClr>
              <a:buSzPts val="1100"/>
              <a:buFont typeface="IBM Plex Serif"/>
              <a:buChar char="■"/>
              <a:defRPr>
                <a:solidFill>
                  <a:schemeClr val="lt1"/>
                </a:solidFill>
              </a:defRPr>
            </a:lvl9pPr>
          </a:lstStyle>
          <a:p/>
        </p:txBody>
      </p:sp>
      <p:sp>
        <p:nvSpPr>
          <p:cNvPr id="161" name="Google Shape;161;p17"/>
          <p:cNvSpPr txBox="1"/>
          <p:nvPr>
            <p:ph idx="14" type="subTitle"/>
          </p:nvPr>
        </p:nvSpPr>
        <p:spPr>
          <a:xfrm>
            <a:off x="2602600" y="630775"/>
            <a:ext cx="1748700" cy="50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1pPr>
            <a:lvl2pPr lvl="1"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2pPr>
            <a:lvl3pPr lvl="2"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3pPr>
            <a:lvl4pPr lvl="3"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4pPr>
            <a:lvl5pPr lvl="4"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5pPr>
            <a:lvl6pPr lvl="5"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6pPr>
            <a:lvl7pPr lvl="6"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7pPr>
            <a:lvl8pPr lvl="7"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8pPr>
            <a:lvl9pPr lvl="8" algn="ctr">
              <a:spcBef>
                <a:spcPts val="0"/>
              </a:spcBef>
              <a:spcAft>
                <a:spcPts val="0"/>
              </a:spcAft>
              <a:buClr>
                <a:schemeClr val="lt1"/>
              </a:buClr>
              <a:buSzPts val="1600"/>
              <a:buFont typeface="Archivo"/>
              <a:buNone/>
              <a:defRPr b="1">
                <a:solidFill>
                  <a:schemeClr val="lt1"/>
                </a:solidFill>
                <a:latin typeface="Archivo"/>
                <a:ea typeface="Archivo"/>
                <a:cs typeface="Archivo"/>
                <a:sym typeface="Archivo"/>
              </a:defRPr>
            </a:lvl9pPr>
          </a:lstStyle>
          <a:p/>
        </p:txBody>
      </p:sp>
      <p:sp>
        <p:nvSpPr>
          <p:cNvPr id="162" name="Google Shape;162;p17"/>
          <p:cNvSpPr txBox="1"/>
          <p:nvPr>
            <p:ph idx="15" type="body"/>
          </p:nvPr>
        </p:nvSpPr>
        <p:spPr>
          <a:xfrm>
            <a:off x="2602600" y="1133875"/>
            <a:ext cx="1748700" cy="6825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Clr>
                <a:schemeClr val="lt1"/>
              </a:buClr>
              <a:buSzPts val="1100"/>
              <a:buFont typeface="IBM Plex Serif"/>
              <a:buChar char="●"/>
              <a:defRPr>
                <a:solidFill>
                  <a:schemeClr val="lt1"/>
                </a:solidFill>
              </a:defRPr>
            </a:lvl1pPr>
            <a:lvl2pPr indent="-298450" lvl="1" marL="914400" algn="ctr">
              <a:spcBef>
                <a:spcPts val="0"/>
              </a:spcBef>
              <a:spcAft>
                <a:spcPts val="0"/>
              </a:spcAft>
              <a:buClr>
                <a:schemeClr val="lt1"/>
              </a:buClr>
              <a:buSzPts val="1100"/>
              <a:buFont typeface="IBM Plex Serif"/>
              <a:buChar char="○"/>
              <a:defRPr>
                <a:solidFill>
                  <a:schemeClr val="lt1"/>
                </a:solidFill>
              </a:defRPr>
            </a:lvl2pPr>
            <a:lvl3pPr indent="-298450" lvl="2" marL="1371600" algn="ctr">
              <a:spcBef>
                <a:spcPts val="0"/>
              </a:spcBef>
              <a:spcAft>
                <a:spcPts val="0"/>
              </a:spcAft>
              <a:buClr>
                <a:schemeClr val="lt1"/>
              </a:buClr>
              <a:buSzPts val="1100"/>
              <a:buFont typeface="IBM Plex Serif"/>
              <a:buChar char="■"/>
              <a:defRPr>
                <a:solidFill>
                  <a:schemeClr val="lt1"/>
                </a:solidFill>
              </a:defRPr>
            </a:lvl3pPr>
            <a:lvl4pPr indent="-298450" lvl="3" marL="1828800" algn="ctr">
              <a:spcBef>
                <a:spcPts val="0"/>
              </a:spcBef>
              <a:spcAft>
                <a:spcPts val="0"/>
              </a:spcAft>
              <a:buClr>
                <a:schemeClr val="lt1"/>
              </a:buClr>
              <a:buSzPts val="1100"/>
              <a:buFont typeface="IBM Plex Serif"/>
              <a:buChar char="●"/>
              <a:defRPr>
                <a:solidFill>
                  <a:schemeClr val="lt1"/>
                </a:solidFill>
              </a:defRPr>
            </a:lvl4pPr>
            <a:lvl5pPr indent="-298450" lvl="4" marL="2286000" algn="ctr">
              <a:spcBef>
                <a:spcPts val="0"/>
              </a:spcBef>
              <a:spcAft>
                <a:spcPts val="0"/>
              </a:spcAft>
              <a:buClr>
                <a:schemeClr val="lt1"/>
              </a:buClr>
              <a:buSzPts val="1100"/>
              <a:buFont typeface="IBM Plex Serif"/>
              <a:buChar char="○"/>
              <a:defRPr>
                <a:solidFill>
                  <a:schemeClr val="lt1"/>
                </a:solidFill>
              </a:defRPr>
            </a:lvl5pPr>
            <a:lvl6pPr indent="-298450" lvl="5" marL="2743200" algn="ctr">
              <a:spcBef>
                <a:spcPts val="0"/>
              </a:spcBef>
              <a:spcAft>
                <a:spcPts val="0"/>
              </a:spcAft>
              <a:buClr>
                <a:schemeClr val="lt1"/>
              </a:buClr>
              <a:buSzPts val="1100"/>
              <a:buFont typeface="IBM Plex Serif"/>
              <a:buChar char="■"/>
              <a:defRPr>
                <a:solidFill>
                  <a:schemeClr val="lt1"/>
                </a:solidFill>
              </a:defRPr>
            </a:lvl6pPr>
            <a:lvl7pPr indent="-298450" lvl="6" marL="3200400" algn="ctr">
              <a:spcBef>
                <a:spcPts val="0"/>
              </a:spcBef>
              <a:spcAft>
                <a:spcPts val="0"/>
              </a:spcAft>
              <a:buClr>
                <a:schemeClr val="lt1"/>
              </a:buClr>
              <a:buSzPts val="1100"/>
              <a:buFont typeface="IBM Plex Serif"/>
              <a:buChar char="●"/>
              <a:defRPr>
                <a:solidFill>
                  <a:schemeClr val="lt1"/>
                </a:solidFill>
              </a:defRPr>
            </a:lvl7pPr>
            <a:lvl8pPr indent="-298450" lvl="7" marL="3657600" algn="ctr">
              <a:spcBef>
                <a:spcPts val="0"/>
              </a:spcBef>
              <a:spcAft>
                <a:spcPts val="0"/>
              </a:spcAft>
              <a:buClr>
                <a:schemeClr val="lt1"/>
              </a:buClr>
              <a:buSzPts val="1100"/>
              <a:buFont typeface="IBM Plex Serif"/>
              <a:buChar char="○"/>
              <a:defRPr>
                <a:solidFill>
                  <a:schemeClr val="lt1"/>
                </a:solidFill>
              </a:defRPr>
            </a:lvl8pPr>
            <a:lvl9pPr indent="-298450" lvl="8" marL="4114800" algn="ctr">
              <a:spcBef>
                <a:spcPts val="0"/>
              </a:spcBef>
              <a:spcAft>
                <a:spcPts val="0"/>
              </a:spcAft>
              <a:buClr>
                <a:schemeClr val="lt1"/>
              </a:buClr>
              <a:buSzPts val="1100"/>
              <a:buFont typeface="IBM Plex Serif"/>
              <a:buChar char="■"/>
              <a:defRPr>
                <a:solidFill>
                  <a:schemeClr val="lt1"/>
                </a:solidFill>
              </a:defRPr>
            </a:lvl9pPr>
          </a:lstStyle>
          <a:p/>
        </p:txBody>
      </p:sp>
      <p:sp>
        <p:nvSpPr>
          <p:cNvPr id="163" name="Google Shape;163;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chemeClr val="dk1"/>
                </a:solidFill>
                <a:latin typeface="IBM Plex Serif"/>
                <a:ea typeface="IBM Plex Serif"/>
                <a:cs typeface="IBM Plex Serif"/>
                <a:sym typeface="IBM Plex Serif"/>
              </a:defRPr>
            </a:lvl1pPr>
            <a:lvl2pPr lvl="1">
              <a:buNone/>
              <a:defRPr sz="1300">
                <a:solidFill>
                  <a:schemeClr val="dk1"/>
                </a:solidFill>
                <a:latin typeface="IBM Plex Serif"/>
                <a:ea typeface="IBM Plex Serif"/>
                <a:cs typeface="IBM Plex Serif"/>
                <a:sym typeface="IBM Plex Serif"/>
              </a:defRPr>
            </a:lvl2pPr>
            <a:lvl3pPr lvl="2">
              <a:buNone/>
              <a:defRPr sz="1300">
                <a:solidFill>
                  <a:schemeClr val="dk1"/>
                </a:solidFill>
                <a:latin typeface="IBM Plex Serif"/>
                <a:ea typeface="IBM Plex Serif"/>
                <a:cs typeface="IBM Plex Serif"/>
                <a:sym typeface="IBM Plex Serif"/>
              </a:defRPr>
            </a:lvl3pPr>
            <a:lvl4pPr lvl="3">
              <a:buNone/>
              <a:defRPr sz="1300">
                <a:solidFill>
                  <a:schemeClr val="dk1"/>
                </a:solidFill>
                <a:latin typeface="IBM Plex Serif"/>
                <a:ea typeface="IBM Plex Serif"/>
                <a:cs typeface="IBM Plex Serif"/>
                <a:sym typeface="IBM Plex Serif"/>
              </a:defRPr>
            </a:lvl4pPr>
            <a:lvl5pPr lvl="4">
              <a:buNone/>
              <a:defRPr sz="1300">
                <a:solidFill>
                  <a:schemeClr val="dk1"/>
                </a:solidFill>
                <a:latin typeface="IBM Plex Serif"/>
                <a:ea typeface="IBM Plex Serif"/>
                <a:cs typeface="IBM Plex Serif"/>
                <a:sym typeface="IBM Plex Serif"/>
              </a:defRPr>
            </a:lvl5pPr>
            <a:lvl6pPr lvl="5">
              <a:buNone/>
              <a:defRPr sz="1300">
                <a:solidFill>
                  <a:schemeClr val="dk1"/>
                </a:solidFill>
                <a:latin typeface="IBM Plex Serif"/>
                <a:ea typeface="IBM Plex Serif"/>
                <a:cs typeface="IBM Plex Serif"/>
                <a:sym typeface="IBM Plex Serif"/>
              </a:defRPr>
            </a:lvl6pPr>
            <a:lvl7pPr lvl="6">
              <a:buNone/>
              <a:defRPr sz="1300">
                <a:solidFill>
                  <a:schemeClr val="dk1"/>
                </a:solidFill>
                <a:latin typeface="IBM Plex Serif"/>
                <a:ea typeface="IBM Plex Serif"/>
                <a:cs typeface="IBM Plex Serif"/>
                <a:sym typeface="IBM Plex Serif"/>
              </a:defRPr>
            </a:lvl7pPr>
            <a:lvl8pPr lvl="7">
              <a:buNone/>
              <a:defRPr sz="1300">
                <a:solidFill>
                  <a:schemeClr val="dk1"/>
                </a:solidFill>
                <a:latin typeface="IBM Plex Serif"/>
                <a:ea typeface="IBM Plex Serif"/>
                <a:cs typeface="IBM Plex Serif"/>
                <a:sym typeface="IBM Plex Serif"/>
              </a:defRPr>
            </a:lvl8pPr>
            <a:lvl9pPr lvl="8">
              <a:buNone/>
              <a:defRPr sz="1300">
                <a:solidFill>
                  <a:schemeClr val="dk1"/>
                </a:solidFill>
                <a:latin typeface="IBM Plex Serif"/>
                <a:ea typeface="IBM Plex Serif"/>
                <a:cs typeface="IBM Plex Serif"/>
                <a:sym typeface="IBM Plex Serif"/>
              </a:defRPr>
            </a:lvl9pPr>
          </a:lstStyle>
          <a:p>
            <a:pPr indent="0" lvl="0" marL="0" rtl="0" algn="l">
              <a:spcBef>
                <a:spcPts val="0"/>
              </a:spcBef>
              <a:spcAft>
                <a:spcPts val="0"/>
              </a:spcAft>
              <a:buNone/>
            </a:pPr>
            <a:fld id="{00000000-1234-1234-1234-123412341234}" type="slidenum">
              <a:rPr lang="en"/>
              <a:t>‹#›</a:t>
            </a:fld>
            <a:endParaRPr/>
          </a:p>
        </p:txBody>
      </p:sp>
      <p:cxnSp>
        <p:nvCxnSpPr>
          <p:cNvPr id="164" name="Google Shape;164;p17"/>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
        <p:nvSpPr>
          <p:cNvPr id="165" name="Google Shape;165;p17"/>
          <p:cNvSpPr txBox="1"/>
          <p:nvPr>
            <p:ph idx="16" type="sldNum"/>
          </p:nvPr>
        </p:nvSpPr>
        <p:spPr>
          <a:xfrm>
            <a:off x="390559" y="40226"/>
            <a:ext cx="548700" cy="393600"/>
          </a:xfrm>
          <a:prstGeom prst="rect">
            <a:avLst/>
          </a:prstGeom>
          <a:noFill/>
          <a:ln>
            <a:noFill/>
          </a:ln>
        </p:spPr>
        <p:txBody>
          <a:bodyPr anchorCtr="0" anchor="t" bIns="91425" lIns="91425" spcFirstLastPara="1" rIns="91425" wrap="square" tIns="91425">
            <a:noAutofit/>
          </a:bodyPr>
          <a:lstStyle>
            <a:lvl1pPr lvl="0" rtl="0" algn="l">
              <a:buNone/>
              <a:defRPr sz="1000">
                <a:solidFill>
                  <a:schemeClr val="lt1"/>
                </a:solidFill>
                <a:latin typeface="Archivo"/>
                <a:ea typeface="Archivo"/>
                <a:cs typeface="Archivo"/>
                <a:sym typeface="Archivo"/>
              </a:defRPr>
            </a:lvl1pPr>
            <a:lvl2pPr lvl="1" rtl="0" algn="l">
              <a:buNone/>
              <a:defRPr sz="1000">
                <a:solidFill>
                  <a:schemeClr val="lt1"/>
                </a:solidFill>
                <a:latin typeface="Archivo"/>
                <a:ea typeface="Archivo"/>
                <a:cs typeface="Archivo"/>
                <a:sym typeface="Archivo"/>
              </a:defRPr>
            </a:lvl2pPr>
            <a:lvl3pPr lvl="2" rtl="0" algn="l">
              <a:buNone/>
              <a:defRPr sz="1000">
                <a:solidFill>
                  <a:schemeClr val="lt1"/>
                </a:solidFill>
                <a:latin typeface="Archivo"/>
                <a:ea typeface="Archivo"/>
                <a:cs typeface="Archivo"/>
                <a:sym typeface="Archivo"/>
              </a:defRPr>
            </a:lvl3pPr>
            <a:lvl4pPr lvl="3" rtl="0" algn="l">
              <a:buNone/>
              <a:defRPr sz="1000">
                <a:solidFill>
                  <a:schemeClr val="lt1"/>
                </a:solidFill>
                <a:latin typeface="Archivo"/>
                <a:ea typeface="Archivo"/>
                <a:cs typeface="Archivo"/>
                <a:sym typeface="Archivo"/>
              </a:defRPr>
            </a:lvl4pPr>
            <a:lvl5pPr lvl="4" rtl="0" algn="l">
              <a:buNone/>
              <a:defRPr sz="1000">
                <a:solidFill>
                  <a:schemeClr val="lt1"/>
                </a:solidFill>
                <a:latin typeface="Archivo"/>
                <a:ea typeface="Archivo"/>
                <a:cs typeface="Archivo"/>
                <a:sym typeface="Archivo"/>
              </a:defRPr>
            </a:lvl5pPr>
            <a:lvl6pPr lvl="5" rtl="0" algn="l">
              <a:buNone/>
              <a:defRPr sz="1000">
                <a:solidFill>
                  <a:schemeClr val="lt1"/>
                </a:solidFill>
                <a:latin typeface="Archivo"/>
                <a:ea typeface="Archivo"/>
                <a:cs typeface="Archivo"/>
                <a:sym typeface="Archivo"/>
              </a:defRPr>
            </a:lvl6pPr>
            <a:lvl7pPr lvl="6" rtl="0" algn="l">
              <a:buNone/>
              <a:defRPr sz="1000">
                <a:solidFill>
                  <a:schemeClr val="lt1"/>
                </a:solidFill>
                <a:latin typeface="Archivo"/>
                <a:ea typeface="Archivo"/>
                <a:cs typeface="Archivo"/>
                <a:sym typeface="Archivo"/>
              </a:defRPr>
            </a:lvl7pPr>
            <a:lvl8pPr lvl="7" rtl="0" algn="l">
              <a:buNone/>
              <a:defRPr sz="1000">
                <a:solidFill>
                  <a:schemeClr val="lt1"/>
                </a:solidFill>
                <a:latin typeface="Archivo"/>
                <a:ea typeface="Archivo"/>
                <a:cs typeface="Archivo"/>
                <a:sym typeface="Archivo"/>
              </a:defRPr>
            </a:lvl8pPr>
            <a:lvl9pPr lvl="8" rtl="0" algn="l">
              <a:buNone/>
              <a:defRPr sz="1000">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gnition">
  <p:cSld name="CUSTOM_4">
    <p:bg>
      <p:bgPr>
        <a:solidFill>
          <a:schemeClr val="lt2"/>
        </a:solidFill>
      </p:bgPr>
    </p:bg>
    <p:spTree>
      <p:nvGrpSpPr>
        <p:cNvPr id="166" name="Shape 166"/>
        <p:cNvGrpSpPr/>
        <p:nvPr/>
      </p:nvGrpSpPr>
      <p:grpSpPr>
        <a:xfrm>
          <a:off x="0" y="0"/>
          <a:ext cx="0" cy="0"/>
          <a:chOff x="0" y="0"/>
          <a:chExt cx="0" cy="0"/>
        </a:xfrm>
      </p:grpSpPr>
      <p:cxnSp>
        <p:nvCxnSpPr>
          <p:cNvPr id="167" name="Google Shape;167;p18"/>
          <p:cNvCxnSpPr/>
          <p:nvPr/>
        </p:nvCxnSpPr>
        <p:spPr>
          <a:xfrm>
            <a:off x="390550" y="378925"/>
            <a:ext cx="83727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68" name="Shape 168"/>
        <p:cNvGrpSpPr/>
        <p:nvPr/>
      </p:nvGrpSpPr>
      <p:grpSpPr>
        <a:xfrm>
          <a:off x="0" y="0"/>
          <a:ext cx="0" cy="0"/>
          <a:chOff x="0" y="0"/>
          <a:chExt cx="0" cy="0"/>
        </a:xfrm>
      </p:grpSpPr>
      <p:sp>
        <p:nvSpPr>
          <p:cNvPr id="169" name="Google Shape;169;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71" name="Google Shape;17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72" name="Shape 172"/>
        <p:cNvGrpSpPr/>
        <p:nvPr/>
      </p:nvGrpSpPr>
      <p:grpSpPr>
        <a:xfrm>
          <a:off x="0" y="0"/>
          <a:ext cx="0" cy="0"/>
          <a:chOff x="0" y="0"/>
          <a:chExt cx="0" cy="0"/>
        </a:xfrm>
      </p:grpSpPr>
      <p:sp>
        <p:nvSpPr>
          <p:cNvPr id="173" name="Google Shape;173;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75" name="Shape 175"/>
        <p:cNvGrpSpPr/>
        <p:nvPr/>
      </p:nvGrpSpPr>
      <p:grpSpPr>
        <a:xfrm>
          <a:off x="0" y="0"/>
          <a:ext cx="0" cy="0"/>
          <a:chOff x="0" y="0"/>
          <a:chExt cx="0" cy="0"/>
        </a:xfrm>
      </p:grpSpPr>
      <p:sp>
        <p:nvSpPr>
          <p:cNvPr id="176" name="Google Shape;17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8" name="Google Shape;17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179" name="Shape 179"/>
        <p:cNvGrpSpPr/>
        <p:nvPr/>
      </p:nvGrpSpPr>
      <p:grpSpPr>
        <a:xfrm>
          <a:off x="0" y="0"/>
          <a:ext cx="0" cy="0"/>
          <a:chOff x="0" y="0"/>
          <a:chExt cx="0" cy="0"/>
        </a:xfrm>
      </p:grpSpPr>
      <p:sp>
        <p:nvSpPr>
          <p:cNvPr id="180" name="Google Shape;180;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2" name="Google Shape;182;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3" name="Google Shape;18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84" name="Shape 184"/>
        <p:cNvGrpSpPr/>
        <p:nvPr/>
      </p:nvGrpSpPr>
      <p:grpSpPr>
        <a:xfrm>
          <a:off x="0" y="0"/>
          <a:ext cx="0" cy="0"/>
          <a:chOff x="0" y="0"/>
          <a:chExt cx="0" cy="0"/>
        </a:xfrm>
      </p:grpSpPr>
      <p:sp>
        <p:nvSpPr>
          <p:cNvPr id="185" name="Google Shape;18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0" name="Google Shape;19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191" name="Shape 191"/>
        <p:cNvGrpSpPr/>
        <p:nvPr/>
      </p:nvGrpSpPr>
      <p:grpSpPr>
        <a:xfrm>
          <a:off x="0" y="0"/>
          <a:ext cx="0" cy="0"/>
          <a:chOff x="0" y="0"/>
          <a:chExt cx="0" cy="0"/>
        </a:xfrm>
      </p:grpSpPr>
      <p:sp>
        <p:nvSpPr>
          <p:cNvPr id="192" name="Google Shape;192;p2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94" name="Shape 194"/>
        <p:cNvGrpSpPr/>
        <p:nvPr/>
      </p:nvGrpSpPr>
      <p:grpSpPr>
        <a:xfrm>
          <a:off x="0" y="0"/>
          <a:ext cx="0" cy="0"/>
          <a:chOff x="0" y="0"/>
          <a:chExt cx="0" cy="0"/>
        </a:xfrm>
      </p:grpSpPr>
      <p:sp>
        <p:nvSpPr>
          <p:cNvPr id="195" name="Google Shape;195;p2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BM Plex Serif"/>
              <a:ea typeface="IBM Plex Serif"/>
              <a:cs typeface="IBM Plex Serif"/>
              <a:sym typeface="IBM Plex Serif"/>
            </a:endParaRPr>
          </a:p>
        </p:txBody>
      </p:sp>
      <p:sp>
        <p:nvSpPr>
          <p:cNvPr id="196" name="Google Shape;196;p2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2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98" name="Google Shape;198;p2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Clr>
                <a:schemeClr val="lt1"/>
              </a:buClr>
              <a:buSzPts val="11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99" name="Google Shape;19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00" name="Shape 200"/>
        <p:cNvGrpSpPr/>
        <p:nvPr/>
      </p:nvGrpSpPr>
      <p:grpSpPr>
        <a:xfrm>
          <a:off x="0" y="0"/>
          <a:ext cx="0" cy="0"/>
          <a:chOff x="0" y="0"/>
          <a:chExt cx="0" cy="0"/>
        </a:xfrm>
      </p:grpSpPr>
      <p:sp>
        <p:nvSpPr>
          <p:cNvPr id="201" name="Google Shape;201;p2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202" name="Google Shape;20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203" name="Shape 203"/>
        <p:cNvGrpSpPr/>
        <p:nvPr/>
      </p:nvGrpSpPr>
      <p:grpSpPr>
        <a:xfrm>
          <a:off x="0" y="0"/>
          <a:ext cx="0" cy="0"/>
          <a:chOff x="0" y="0"/>
          <a:chExt cx="0" cy="0"/>
        </a:xfrm>
      </p:grpSpPr>
      <p:sp>
        <p:nvSpPr>
          <p:cNvPr id="204" name="Google Shape;204;p2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2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06" name="Google Shape;20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207" name="Shape 207"/>
        <p:cNvGrpSpPr/>
        <p:nvPr/>
      </p:nvGrpSpPr>
      <p:grpSpPr>
        <a:xfrm>
          <a:off x="0" y="0"/>
          <a:ext cx="0" cy="0"/>
          <a:chOff x="0" y="0"/>
          <a:chExt cx="0" cy="0"/>
        </a:xfrm>
      </p:grpSpPr>
      <p:sp>
        <p:nvSpPr>
          <p:cNvPr id="208" name="Google Shape;20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09" name="Shape 209"/>
        <p:cNvGrpSpPr/>
        <p:nvPr/>
      </p:nvGrpSpPr>
      <p:grpSpPr>
        <a:xfrm>
          <a:off x="0" y="0"/>
          <a:ext cx="0" cy="0"/>
          <a:chOff x="0" y="0"/>
          <a:chExt cx="0" cy="0"/>
        </a:xfrm>
      </p:grpSpPr>
      <p:sp>
        <p:nvSpPr>
          <p:cNvPr id="210" name="Google Shape;210;p3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 name="Google Shape;21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2" name="Google Shape;212;p30"/>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3" name="Google Shape;213;p30"/>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4" name="Google Shape;214;p30"/>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5" name="Google Shape;215;p30"/>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6" name="Google Shape;216;p30"/>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7" name="Google Shape;217;p30"/>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218" name="Shape 218"/>
        <p:cNvGrpSpPr/>
        <p:nvPr/>
      </p:nvGrpSpPr>
      <p:grpSpPr>
        <a:xfrm>
          <a:off x="0" y="0"/>
          <a:ext cx="0" cy="0"/>
          <a:chOff x="0" y="0"/>
          <a:chExt cx="0" cy="0"/>
        </a:xfrm>
      </p:grpSpPr>
      <p:sp>
        <p:nvSpPr>
          <p:cNvPr id="219" name="Google Shape;21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1" name="Google Shape;221;p31"/>
          <p:cNvSpPr/>
          <p:nvPr>
            <p:ph idx="2" type="pic"/>
          </p:nvPr>
        </p:nvSpPr>
        <p:spPr>
          <a:xfrm>
            <a:off x="4992024" y="1152775"/>
            <a:ext cx="3840300" cy="3416400"/>
          </a:xfrm>
          <a:prstGeom prst="rect">
            <a:avLst/>
          </a:prstGeom>
          <a:noFill/>
          <a:ln>
            <a:noFill/>
          </a:ln>
        </p:spPr>
      </p:sp>
      <p:sp>
        <p:nvSpPr>
          <p:cNvPr id="222" name="Google Shape;2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223" name="Shape 223"/>
        <p:cNvGrpSpPr/>
        <p:nvPr/>
      </p:nvGrpSpPr>
      <p:grpSpPr>
        <a:xfrm>
          <a:off x="0" y="0"/>
          <a:ext cx="0" cy="0"/>
          <a:chOff x="0" y="0"/>
          <a:chExt cx="0" cy="0"/>
        </a:xfrm>
      </p:grpSpPr>
      <p:sp>
        <p:nvSpPr>
          <p:cNvPr id="224" name="Google Shape;22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5" name="Google Shape;225;p3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6" name="Google Shape;226;p3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7" name="Google Shape;227;p3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8" name="Google Shape;228;p32"/>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9" name="Google Shape;229;p32"/>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230" name="Shape 230"/>
        <p:cNvGrpSpPr/>
        <p:nvPr/>
      </p:nvGrpSpPr>
      <p:grpSpPr>
        <a:xfrm>
          <a:off x="0" y="0"/>
          <a:ext cx="0" cy="0"/>
          <a:chOff x="0" y="0"/>
          <a:chExt cx="0" cy="0"/>
        </a:xfrm>
      </p:grpSpPr>
      <p:sp>
        <p:nvSpPr>
          <p:cNvPr id="231" name="Google Shape;23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32" name="Google Shape;232;p3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3" name="Google Shape;233;p3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4" name="Google Shape;234;p33"/>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5" name="Google Shape;23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6" name="Google Shape;236;p33"/>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7" name="Google Shape;237;p33"/>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8" name="Google Shape;238;p33"/>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239" name="Shape 239"/>
        <p:cNvGrpSpPr/>
        <p:nvPr/>
      </p:nvGrpSpPr>
      <p:grpSpPr>
        <a:xfrm>
          <a:off x="0" y="0"/>
          <a:ext cx="0" cy="0"/>
          <a:chOff x="0" y="0"/>
          <a:chExt cx="0" cy="0"/>
        </a:xfrm>
      </p:grpSpPr>
      <p:sp>
        <p:nvSpPr>
          <p:cNvPr id="240" name="Google Shape;24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41" name="Google Shape;241;p3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2" name="Google Shape;242;p3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3" name="Google Shape;243;p3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4" name="Google Shape;244;p3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5" name="Google Shape;245;p3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6" name="Google Shape;246;p34"/>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7" name="Google Shape;247;p34"/>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8" name="Google Shape;248;p34"/>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34"/>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250" name="Shape 250"/>
        <p:cNvGrpSpPr/>
        <p:nvPr/>
      </p:nvGrpSpPr>
      <p:grpSpPr>
        <a:xfrm>
          <a:off x="0" y="0"/>
          <a:ext cx="0" cy="0"/>
          <a:chOff x="0" y="0"/>
          <a:chExt cx="0" cy="0"/>
        </a:xfrm>
      </p:grpSpPr>
      <p:sp>
        <p:nvSpPr>
          <p:cNvPr id="251" name="Google Shape;251;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53" name="Google Shape;253;p3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254" name="Shape 254"/>
        <p:cNvGrpSpPr/>
        <p:nvPr/>
      </p:nvGrpSpPr>
      <p:grpSpPr>
        <a:xfrm>
          <a:off x="0" y="0"/>
          <a:ext cx="0" cy="0"/>
          <a:chOff x="0" y="0"/>
          <a:chExt cx="0" cy="0"/>
        </a:xfrm>
      </p:grpSpPr>
      <p:sp>
        <p:nvSpPr>
          <p:cNvPr id="255" name="Google Shape;255;p3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6" name="Google Shape;256;p36"/>
          <p:cNvSpPr/>
          <p:nvPr>
            <p:ph idx="2" type="pic"/>
          </p:nvPr>
        </p:nvSpPr>
        <p:spPr>
          <a:xfrm>
            <a:off x="4804825" y="1133300"/>
            <a:ext cx="4027500" cy="2392800"/>
          </a:xfrm>
          <a:prstGeom prst="rect">
            <a:avLst/>
          </a:prstGeom>
          <a:noFill/>
          <a:ln>
            <a:noFill/>
          </a:ln>
        </p:spPr>
      </p:sp>
      <p:sp>
        <p:nvSpPr>
          <p:cNvPr id="257" name="Google Shape;257;p36"/>
          <p:cNvSpPr/>
          <p:nvPr>
            <p:ph idx="3" type="pic"/>
          </p:nvPr>
        </p:nvSpPr>
        <p:spPr>
          <a:xfrm>
            <a:off x="311725" y="1133300"/>
            <a:ext cx="4027500" cy="2392800"/>
          </a:xfrm>
          <a:prstGeom prst="rect">
            <a:avLst/>
          </a:prstGeom>
          <a:noFill/>
          <a:ln>
            <a:noFill/>
          </a:ln>
        </p:spPr>
      </p:sp>
      <p:sp>
        <p:nvSpPr>
          <p:cNvPr id="258" name="Google Shape;258;p3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9" name="Google Shape;25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60" name="Google Shape;26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36"/>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2" name="Google Shape;262;p36"/>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263" name="Shape 263"/>
        <p:cNvGrpSpPr/>
        <p:nvPr/>
      </p:nvGrpSpPr>
      <p:grpSpPr>
        <a:xfrm>
          <a:off x="0" y="0"/>
          <a:ext cx="0" cy="0"/>
          <a:chOff x="0" y="0"/>
          <a:chExt cx="0" cy="0"/>
        </a:xfrm>
      </p:grpSpPr>
      <p:sp>
        <p:nvSpPr>
          <p:cNvPr id="264" name="Google Shape;264;p3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37"/>
          <p:cNvSpPr/>
          <p:nvPr>
            <p:ph idx="2" type="pic"/>
          </p:nvPr>
        </p:nvSpPr>
        <p:spPr>
          <a:xfrm>
            <a:off x="6205225" y="1128325"/>
            <a:ext cx="2627100" cy="2273100"/>
          </a:xfrm>
          <a:prstGeom prst="rect">
            <a:avLst/>
          </a:prstGeom>
          <a:noFill/>
          <a:ln>
            <a:noFill/>
          </a:ln>
        </p:spPr>
      </p:sp>
      <p:sp>
        <p:nvSpPr>
          <p:cNvPr id="266" name="Google Shape;266;p37"/>
          <p:cNvSpPr/>
          <p:nvPr>
            <p:ph idx="3" type="pic"/>
          </p:nvPr>
        </p:nvSpPr>
        <p:spPr>
          <a:xfrm>
            <a:off x="311725" y="1128325"/>
            <a:ext cx="2627100" cy="2273100"/>
          </a:xfrm>
          <a:prstGeom prst="rect">
            <a:avLst/>
          </a:prstGeom>
          <a:noFill/>
          <a:ln>
            <a:noFill/>
          </a:ln>
        </p:spPr>
      </p:sp>
      <p:sp>
        <p:nvSpPr>
          <p:cNvPr id="267" name="Google Shape;267;p3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8" name="Google Shape;268;p37"/>
          <p:cNvSpPr/>
          <p:nvPr>
            <p:ph idx="5" type="pic"/>
          </p:nvPr>
        </p:nvSpPr>
        <p:spPr>
          <a:xfrm>
            <a:off x="3255250" y="1128325"/>
            <a:ext cx="2627100" cy="2273100"/>
          </a:xfrm>
          <a:prstGeom prst="rect">
            <a:avLst/>
          </a:prstGeom>
          <a:noFill/>
          <a:ln>
            <a:noFill/>
          </a:ln>
        </p:spPr>
      </p:sp>
      <p:sp>
        <p:nvSpPr>
          <p:cNvPr id="269" name="Google Shape;269;p3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0" name="Google Shape;27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71" name="Google Shape;271;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3" name="Google Shape;273;p3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4" name="Google Shape;274;p3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275" name="Shape 275"/>
        <p:cNvGrpSpPr/>
        <p:nvPr/>
      </p:nvGrpSpPr>
      <p:grpSpPr>
        <a:xfrm>
          <a:off x="0" y="0"/>
          <a:ext cx="0" cy="0"/>
          <a:chOff x="0" y="0"/>
          <a:chExt cx="0" cy="0"/>
        </a:xfrm>
      </p:grpSpPr>
      <p:sp>
        <p:nvSpPr>
          <p:cNvPr id="276" name="Google Shape;276;p38"/>
          <p:cNvSpPr/>
          <p:nvPr>
            <p:ph idx="2" type="pic"/>
          </p:nvPr>
        </p:nvSpPr>
        <p:spPr>
          <a:xfrm>
            <a:off x="311700" y="445025"/>
            <a:ext cx="8520600" cy="4218300"/>
          </a:xfrm>
          <a:prstGeom prst="rect">
            <a:avLst/>
          </a:prstGeom>
          <a:noFill/>
          <a:ln>
            <a:noFill/>
          </a:ln>
        </p:spPr>
      </p:sp>
      <p:sp>
        <p:nvSpPr>
          <p:cNvPr id="277" name="Google Shape;27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278" name="Shape 278"/>
        <p:cNvGrpSpPr/>
        <p:nvPr/>
      </p:nvGrpSpPr>
      <p:grpSpPr>
        <a:xfrm>
          <a:off x="0" y="0"/>
          <a:ext cx="0" cy="0"/>
          <a:chOff x="0" y="0"/>
          <a:chExt cx="0" cy="0"/>
        </a:xfrm>
      </p:grpSpPr>
      <p:sp>
        <p:nvSpPr>
          <p:cNvPr id="279" name="Google Shape;2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0" name="Google Shape;280;p39"/>
          <p:cNvSpPr/>
          <p:nvPr>
            <p:ph idx="2" type="pic"/>
          </p:nvPr>
        </p:nvSpPr>
        <p:spPr>
          <a:xfrm>
            <a:off x="3389600" y="118913"/>
            <a:ext cx="1643700" cy="1535100"/>
          </a:xfrm>
          <a:prstGeom prst="rect">
            <a:avLst/>
          </a:prstGeom>
          <a:noFill/>
          <a:ln>
            <a:noFill/>
          </a:ln>
        </p:spPr>
      </p:sp>
      <p:sp>
        <p:nvSpPr>
          <p:cNvPr id="281" name="Google Shape;281;p39"/>
          <p:cNvSpPr/>
          <p:nvPr>
            <p:ph idx="3" type="pic"/>
          </p:nvPr>
        </p:nvSpPr>
        <p:spPr>
          <a:xfrm>
            <a:off x="5195935" y="118913"/>
            <a:ext cx="1643700" cy="1535100"/>
          </a:xfrm>
          <a:prstGeom prst="rect">
            <a:avLst/>
          </a:prstGeom>
          <a:noFill/>
          <a:ln>
            <a:noFill/>
          </a:ln>
        </p:spPr>
      </p:sp>
      <p:sp>
        <p:nvSpPr>
          <p:cNvPr id="282" name="Google Shape;282;p39"/>
          <p:cNvSpPr/>
          <p:nvPr>
            <p:ph idx="4" type="pic"/>
          </p:nvPr>
        </p:nvSpPr>
        <p:spPr>
          <a:xfrm>
            <a:off x="7002270" y="118913"/>
            <a:ext cx="1643700" cy="1535100"/>
          </a:xfrm>
          <a:prstGeom prst="rect">
            <a:avLst/>
          </a:prstGeom>
          <a:noFill/>
          <a:ln>
            <a:noFill/>
          </a:ln>
        </p:spPr>
      </p:sp>
      <p:sp>
        <p:nvSpPr>
          <p:cNvPr id="283" name="Google Shape;283;p39"/>
          <p:cNvSpPr/>
          <p:nvPr>
            <p:ph idx="5" type="pic"/>
          </p:nvPr>
        </p:nvSpPr>
        <p:spPr>
          <a:xfrm>
            <a:off x="3389588" y="1804212"/>
            <a:ext cx="1643700" cy="1535100"/>
          </a:xfrm>
          <a:prstGeom prst="rect">
            <a:avLst/>
          </a:prstGeom>
          <a:noFill/>
          <a:ln>
            <a:noFill/>
          </a:ln>
        </p:spPr>
      </p:sp>
      <p:sp>
        <p:nvSpPr>
          <p:cNvPr id="284" name="Google Shape;284;p39"/>
          <p:cNvSpPr/>
          <p:nvPr>
            <p:ph idx="6" type="pic"/>
          </p:nvPr>
        </p:nvSpPr>
        <p:spPr>
          <a:xfrm>
            <a:off x="5195922" y="1804212"/>
            <a:ext cx="1643700" cy="1535100"/>
          </a:xfrm>
          <a:prstGeom prst="rect">
            <a:avLst/>
          </a:prstGeom>
          <a:noFill/>
          <a:ln>
            <a:noFill/>
          </a:ln>
        </p:spPr>
      </p:sp>
      <p:sp>
        <p:nvSpPr>
          <p:cNvPr id="285" name="Google Shape;285;p39"/>
          <p:cNvSpPr/>
          <p:nvPr>
            <p:ph idx="7" type="pic"/>
          </p:nvPr>
        </p:nvSpPr>
        <p:spPr>
          <a:xfrm>
            <a:off x="7002257" y="1804212"/>
            <a:ext cx="1643700" cy="1535100"/>
          </a:xfrm>
          <a:prstGeom prst="rect">
            <a:avLst/>
          </a:prstGeom>
          <a:noFill/>
          <a:ln>
            <a:noFill/>
          </a:ln>
        </p:spPr>
      </p:sp>
      <p:sp>
        <p:nvSpPr>
          <p:cNvPr id="286" name="Google Shape;286;p3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9"/>
          <p:cNvSpPr/>
          <p:nvPr>
            <p:ph idx="8" type="pic"/>
          </p:nvPr>
        </p:nvSpPr>
        <p:spPr>
          <a:xfrm>
            <a:off x="3389588" y="3489487"/>
            <a:ext cx="1643700" cy="1535100"/>
          </a:xfrm>
          <a:prstGeom prst="rect">
            <a:avLst/>
          </a:prstGeom>
          <a:noFill/>
          <a:ln>
            <a:noFill/>
          </a:ln>
        </p:spPr>
      </p:sp>
      <p:sp>
        <p:nvSpPr>
          <p:cNvPr id="288" name="Google Shape;288;p39"/>
          <p:cNvSpPr/>
          <p:nvPr>
            <p:ph idx="9" type="pic"/>
          </p:nvPr>
        </p:nvSpPr>
        <p:spPr>
          <a:xfrm>
            <a:off x="5195922" y="3489487"/>
            <a:ext cx="1643700" cy="1535100"/>
          </a:xfrm>
          <a:prstGeom prst="rect">
            <a:avLst/>
          </a:prstGeom>
          <a:noFill/>
          <a:ln>
            <a:noFill/>
          </a:ln>
        </p:spPr>
      </p:sp>
      <p:sp>
        <p:nvSpPr>
          <p:cNvPr id="289" name="Google Shape;289;p3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1.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95300" y="469900"/>
            <a:ext cx="29655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000"/>
              <a:buFont typeface="Archivo SemiBold"/>
              <a:buNone/>
              <a:defRPr sz="4000">
                <a:solidFill>
                  <a:schemeClr val="dk1"/>
                </a:solidFill>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2pPr>
            <a:lvl3pPr lvl="2">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3pPr>
            <a:lvl4pPr lvl="3">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4pPr>
            <a:lvl5pPr lvl="4">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5pPr>
            <a:lvl6pPr lvl="5">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6pPr>
            <a:lvl7pPr lvl="6">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7pPr>
            <a:lvl8pPr lvl="7">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8pPr>
            <a:lvl9pPr lvl="8">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9pPr>
          </a:lstStyle>
          <a:p/>
        </p:txBody>
      </p:sp>
      <p:sp>
        <p:nvSpPr>
          <p:cNvPr id="7" name="Google Shape;7;p1"/>
          <p:cNvSpPr txBox="1"/>
          <p:nvPr>
            <p:ph idx="1" type="body"/>
          </p:nvPr>
        </p:nvSpPr>
        <p:spPr>
          <a:xfrm>
            <a:off x="3784600" y="469900"/>
            <a:ext cx="2965500" cy="2965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1pPr>
            <a:lvl2pPr indent="-298450" lvl="1" marL="9144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2pPr>
            <a:lvl3pPr indent="-298450" lvl="2" marL="13716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3pPr>
            <a:lvl4pPr indent="-298450" lvl="3" marL="18288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4pPr>
            <a:lvl5pPr indent="-298450" lvl="4" marL="22860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5pPr>
            <a:lvl6pPr indent="-298450" lvl="5" marL="27432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6pPr>
            <a:lvl7pPr indent="-298450" lvl="6" marL="32004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7pPr>
            <a:lvl8pPr indent="-298450" lvl="7" marL="36576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8pPr>
            <a:lvl9pPr indent="-298450" lvl="8" marL="4114800">
              <a:spcBef>
                <a:spcPts val="0"/>
              </a:spcBef>
              <a:spcAft>
                <a:spcPts val="0"/>
              </a:spcAft>
              <a:buClr>
                <a:schemeClr val="dk1"/>
              </a:buClr>
              <a:buSzPts val="1100"/>
              <a:buFont typeface="IBM Plex Serif"/>
              <a:buChar char="■"/>
              <a:defRPr sz="1100">
                <a:solidFill>
                  <a:schemeClr val="dk1"/>
                </a:solidFill>
                <a:latin typeface="IBM Plex Serif"/>
                <a:ea typeface="IBM Plex Serif"/>
                <a:cs typeface="IBM Plex Serif"/>
                <a:sym typeface="IBM Plex Serif"/>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kaggle.com/datasets/nelgiriyewithana/emotio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hyperlink" Target="https://www.kaggle.com/datasets/nelgiriyewithana/emotions" TargetMode="External"/><Relationship Id="rId4" Type="http://schemas.openxmlformats.org/officeDocument/2006/relationships/hyperlink" Target="https://scikit-learn.org/stable/_images/grid_search_cross_validation.png" TargetMode="External"/><Relationship Id="rId9" Type="http://schemas.openxmlformats.org/officeDocument/2006/relationships/hyperlink" Target="https://scikit-learn.org/stable/modules/generated/sklearn.model_selection.KFold.html#sklearn.model_selection.KFold" TargetMode="External"/><Relationship Id="rId5" Type="http://schemas.openxmlformats.org/officeDocument/2006/relationships/hyperlink" Target="https://numpy.org/doc/" TargetMode="External"/><Relationship Id="rId6" Type="http://schemas.openxmlformats.org/officeDocument/2006/relationships/hyperlink" Target="https://pandas.pydata.org/docs/" TargetMode="External"/><Relationship Id="rId7" Type="http://schemas.openxmlformats.org/officeDocument/2006/relationships/hyperlink" Target="https://scikit-learn.org/stable/modules/naive_bayes.html" TargetMode="External"/><Relationship Id="rId8" Type="http://schemas.openxmlformats.org/officeDocument/2006/relationships/hyperlink" Target="https://scikit-learn.org/stable/modules/feature_extraction.html" TargetMode="External"/><Relationship Id="rId11" Type="http://schemas.openxmlformats.org/officeDocument/2006/relationships/hyperlink" Target="https://scikit-learn.org/stable/modules/model_evaluation.html" TargetMode="External"/><Relationship Id="rId10" Type="http://schemas.openxmlformats.org/officeDocument/2006/relationships/hyperlink" Target="https://imbalanced-learn.org/stable/over_sampling.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type="title"/>
          </p:nvPr>
        </p:nvSpPr>
        <p:spPr>
          <a:xfrm>
            <a:off x="390550" y="513788"/>
            <a:ext cx="8372700" cy="96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Classifying Emotion from Tweets using Naïve Bayes</a:t>
            </a:r>
            <a:endParaRPr/>
          </a:p>
        </p:txBody>
      </p:sp>
      <p:sp>
        <p:nvSpPr>
          <p:cNvPr id="295" name="Google Shape;295;p40"/>
          <p:cNvSpPr txBox="1"/>
          <p:nvPr>
            <p:ph idx="1" type="subTitle"/>
          </p:nvPr>
        </p:nvSpPr>
        <p:spPr>
          <a:xfrm>
            <a:off x="390550" y="3792463"/>
            <a:ext cx="8372700" cy="50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lang="en">
                <a:latin typeface="IBM Plex Serif Medium"/>
                <a:ea typeface="IBM Plex Serif Medium"/>
                <a:cs typeface="IBM Plex Serif Medium"/>
                <a:sym typeface="IBM Plex Serif Medium"/>
              </a:rPr>
              <a:t>Alex Litchfield</a:t>
            </a:r>
            <a:endParaRPr>
              <a:latin typeface="IBM Plex Serif Medium"/>
              <a:ea typeface="IBM Plex Serif Medium"/>
              <a:cs typeface="IBM Plex Serif Medium"/>
              <a:sym typeface="IBM Plex Serif Medium"/>
            </a:endParaRPr>
          </a:p>
          <a:p>
            <a:pPr indent="0" lvl="0" marL="0" rtl="0" algn="l">
              <a:spcBef>
                <a:spcPts val="0"/>
              </a:spcBef>
              <a:spcAft>
                <a:spcPts val="0"/>
              </a:spcAft>
              <a:buNone/>
            </a:pPr>
            <a:r>
              <a:t/>
            </a:r>
            <a:endParaRPr>
              <a:latin typeface="IBM Plex Serif Medium"/>
              <a:ea typeface="IBM Plex Serif Medium"/>
              <a:cs typeface="IBM Plex Serif Medium"/>
              <a:sym typeface="IBM Plex Serif Medium"/>
            </a:endParaRPr>
          </a:p>
        </p:txBody>
      </p:sp>
      <p:sp>
        <p:nvSpPr>
          <p:cNvPr id="296" name="Google Shape;296;p40"/>
          <p:cNvSpPr txBox="1"/>
          <p:nvPr>
            <p:ph idx="12" type="sldNum"/>
          </p:nvPr>
        </p:nvSpPr>
        <p:spPr>
          <a:xfrm>
            <a:off x="390559" y="40226"/>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type="title"/>
          </p:nvPr>
        </p:nvSpPr>
        <p:spPr>
          <a:xfrm>
            <a:off x="385650" y="575525"/>
            <a:ext cx="8372700" cy="9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302" name="Google Shape;302;p41"/>
          <p:cNvSpPr txBox="1"/>
          <p:nvPr>
            <p:ph idx="1" type="subTitle"/>
          </p:nvPr>
        </p:nvSpPr>
        <p:spPr>
          <a:xfrm>
            <a:off x="597000" y="1740250"/>
            <a:ext cx="2241300" cy="831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t>Project Definition/Scope</a:t>
            </a:r>
            <a:endParaRPr sz="2000"/>
          </a:p>
        </p:txBody>
      </p:sp>
      <p:sp>
        <p:nvSpPr>
          <p:cNvPr id="303" name="Google Shape;303;p41"/>
          <p:cNvSpPr txBox="1"/>
          <p:nvPr>
            <p:ph idx="2" type="subTitle"/>
          </p:nvPr>
        </p:nvSpPr>
        <p:spPr>
          <a:xfrm>
            <a:off x="3578250" y="1740250"/>
            <a:ext cx="1987500" cy="831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t>Approach Taken</a:t>
            </a:r>
            <a:endParaRPr sz="2000"/>
          </a:p>
        </p:txBody>
      </p:sp>
      <p:sp>
        <p:nvSpPr>
          <p:cNvPr id="304" name="Google Shape;304;p41"/>
          <p:cNvSpPr txBox="1"/>
          <p:nvPr>
            <p:ph idx="3" type="subTitle"/>
          </p:nvPr>
        </p:nvSpPr>
        <p:spPr>
          <a:xfrm>
            <a:off x="6484950" y="1740250"/>
            <a:ext cx="1987500" cy="831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t>Data Used</a:t>
            </a:r>
            <a:endParaRPr sz="2000"/>
          </a:p>
        </p:txBody>
      </p:sp>
      <p:sp>
        <p:nvSpPr>
          <p:cNvPr id="305" name="Google Shape;305;p41"/>
          <p:cNvSpPr txBox="1"/>
          <p:nvPr>
            <p:ph idx="9" type="sldNum"/>
          </p:nvPr>
        </p:nvSpPr>
        <p:spPr>
          <a:xfrm>
            <a:off x="390559" y="40226"/>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06" name="Google Shape;306;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07" name="Google Shape;307;p41"/>
          <p:cNvSpPr txBox="1"/>
          <p:nvPr>
            <p:ph idx="1" type="subTitle"/>
          </p:nvPr>
        </p:nvSpPr>
        <p:spPr>
          <a:xfrm>
            <a:off x="2146425" y="3284825"/>
            <a:ext cx="1987500" cy="61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t>Results</a:t>
            </a:r>
            <a:endParaRPr sz="2000"/>
          </a:p>
        </p:txBody>
      </p:sp>
      <p:sp>
        <p:nvSpPr>
          <p:cNvPr id="308" name="Google Shape;308;p41"/>
          <p:cNvSpPr txBox="1"/>
          <p:nvPr>
            <p:ph idx="1" type="subTitle"/>
          </p:nvPr>
        </p:nvSpPr>
        <p:spPr>
          <a:xfrm>
            <a:off x="4965825" y="3284825"/>
            <a:ext cx="1987500" cy="61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t>Conclusion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type="title"/>
          </p:nvPr>
        </p:nvSpPr>
        <p:spPr>
          <a:xfrm>
            <a:off x="390550" y="575525"/>
            <a:ext cx="8372700" cy="9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Definition/Scope</a:t>
            </a:r>
            <a:endParaRPr/>
          </a:p>
        </p:txBody>
      </p:sp>
      <p:sp>
        <p:nvSpPr>
          <p:cNvPr id="314" name="Google Shape;314;p42"/>
          <p:cNvSpPr txBox="1"/>
          <p:nvPr>
            <p:ph idx="1" type="subTitle"/>
          </p:nvPr>
        </p:nvSpPr>
        <p:spPr>
          <a:xfrm>
            <a:off x="597000" y="1740250"/>
            <a:ext cx="1987500" cy="6177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Dataset</a:t>
            </a:r>
            <a:endParaRPr/>
          </a:p>
        </p:txBody>
      </p:sp>
      <p:sp>
        <p:nvSpPr>
          <p:cNvPr id="315" name="Google Shape;315;p42"/>
          <p:cNvSpPr txBox="1"/>
          <p:nvPr>
            <p:ph idx="2" type="subTitle"/>
          </p:nvPr>
        </p:nvSpPr>
        <p:spPr>
          <a:xfrm>
            <a:off x="2584500" y="1740250"/>
            <a:ext cx="1987500" cy="6177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Hypothesis</a:t>
            </a:r>
            <a:endParaRPr/>
          </a:p>
        </p:txBody>
      </p:sp>
      <p:sp>
        <p:nvSpPr>
          <p:cNvPr id="316" name="Google Shape;316;p42"/>
          <p:cNvSpPr txBox="1"/>
          <p:nvPr>
            <p:ph idx="3" type="subTitle"/>
          </p:nvPr>
        </p:nvSpPr>
        <p:spPr>
          <a:xfrm>
            <a:off x="4572000" y="1740250"/>
            <a:ext cx="1987500" cy="6177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Model</a:t>
            </a:r>
            <a:endParaRPr/>
          </a:p>
        </p:txBody>
      </p:sp>
      <p:sp>
        <p:nvSpPr>
          <p:cNvPr id="317" name="Google Shape;317;p42"/>
          <p:cNvSpPr txBox="1"/>
          <p:nvPr>
            <p:ph idx="4" type="subTitle"/>
          </p:nvPr>
        </p:nvSpPr>
        <p:spPr>
          <a:xfrm>
            <a:off x="6559500" y="1740250"/>
            <a:ext cx="1987500" cy="6177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Features</a:t>
            </a:r>
            <a:endParaRPr/>
          </a:p>
        </p:txBody>
      </p:sp>
      <p:sp>
        <p:nvSpPr>
          <p:cNvPr id="318" name="Google Shape;318;p42"/>
          <p:cNvSpPr txBox="1"/>
          <p:nvPr>
            <p:ph idx="5" type="body"/>
          </p:nvPr>
        </p:nvSpPr>
        <p:spPr>
          <a:xfrm>
            <a:off x="597000" y="2357950"/>
            <a:ext cx="1987500" cy="1956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u="sng">
                <a:solidFill>
                  <a:schemeClr val="hlink"/>
                </a:solidFill>
                <a:hlinkClick r:id="rId3"/>
              </a:rPr>
              <a:t>dataset</a:t>
            </a:r>
            <a:r>
              <a:rPr lang="en"/>
              <a:t> is a collection of annotated english twitter messages. Each message has an emotion label attached: sadness, joy, love, anger, fear, and surprise. It has over 400,000 entries.</a:t>
            </a:r>
            <a:endParaRPr/>
          </a:p>
        </p:txBody>
      </p:sp>
      <p:sp>
        <p:nvSpPr>
          <p:cNvPr id="319" name="Google Shape;319;p42"/>
          <p:cNvSpPr txBox="1"/>
          <p:nvPr>
            <p:ph idx="6" type="body"/>
          </p:nvPr>
        </p:nvSpPr>
        <p:spPr>
          <a:xfrm>
            <a:off x="2584500" y="2357950"/>
            <a:ext cx="1987500" cy="1956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Using the contents of a tweet, the primary emotion being conveyed by the user can be predicted</a:t>
            </a:r>
            <a:endParaRPr/>
          </a:p>
        </p:txBody>
      </p:sp>
      <p:sp>
        <p:nvSpPr>
          <p:cNvPr id="320" name="Google Shape;320;p42"/>
          <p:cNvSpPr txBox="1"/>
          <p:nvPr>
            <p:ph idx="7" type="body"/>
          </p:nvPr>
        </p:nvSpPr>
        <p:spPr>
          <a:xfrm>
            <a:off x="4572000" y="2357950"/>
            <a:ext cx="1987500" cy="1956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Naïve Bayes</a:t>
            </a:r>
            <a:endParaRPr/>
          </a:p>
        </p:txBody>
      </p:sp>
      <p:sp>
        <p:nvSpPr>
          <p:cNvPr id="321" name="Google Shape;321;p42"/>
          <p:cNvSpPr txBox="1"/>
          <p:nvPr>
            <p:ph idx="8" type="body"/>
          </p:nvPr>
        </p:nvSpPr>
        <p:spPr>
          <a:xfrm>
            <a:off x="6559500" y="2357950"/>
            <a:ext cx="1987500" cy="1956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Unigrams, bigrams, TF-IDF</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3"/>
          <p:cNvSpPr txBox="1"/>
          <p:nvPr>
            <p:ph type="title"/>
          </p:nvPr>
        </p:nvSpPr>
        <p:spPr>
          <a:xfrm>
            <a:off x="390550" y="433800"/>
            <a:ext cx="5953500" cy="96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Example</a:t>
            </a:r>
            <a:endParaRPr/>
          </a:p>
        </p:txBody>
      </p:sp>
      <p:graphicFrame>
        <p:nvGraphicFramePr>
          <p:cNvPr id="327" name="Google Shape;327;p43"/>
          <p:cNvGraphicFramePr/>
          <p:nvPr/>
        </p:nvGraphicFramePr>
        <p:xfrm>
          <a:off x="952500" y="1334825"/>
          <a:ext cx="3000000" cy="3000000"/>
        </p:xfrm>
        <a:graphic>
          <a:graphicData uri="http://schemas.openxmlformats.org/drawingml/2006/table">
            <a:tbl>
              <a:tblPr>
                <a:noFill/>
                <a:tableStyleId>{310D020C-E558-4D8B-8211-8E8DAEBF2D37}</a:tableStyleId>
              </a:tblPr>
              <a:tblGrid>
                <a:gridCol w="6374525"/>
                <a:gridCol w="864475"/>
              </a:tblGrid>
              <a:tr h="381000">
                <a:tc>
                  <a:txBody>
                    <a:bodyPr/>
                    <a:lstStyle/>
                    <a:p>
                      <a:pPr indent="0" lvl="0" marL="0" rtl="0" algn="l">
                        <a:spcBef>
                          <a:spcPts val="0"/>
                        </a:spcBef>
                        <a:spcAft>
                          <a:spcPts val="0"/>
                        </a:spcAft>
                        <a:buNone/>
                      </a:pPr>
                      <a:r>
                        <a:rPr b="1" lang="en"/>
                        <a:t>Text</a:t>
                      </a:r>
                      <a:endParaRPr b="1"/>
                    </a:p>
                  </a:txBody>
                  <a:tcPr marT="91425" marB="91425" marR="91425" marL="91425"/>
                </a:tc>
                <a:tc>
                  <a:txBody>
                    <a:bodyPr/>
                    <a:lstStyle/>
                    <a:p>
                      <a:pPr indent="0" lvl="0" marL="0" rtl="0" algn="l">
                        <a:spcBef>
                          <a:spcPts val="0"/>
                        </a:spcBef>
                        <a:spcAft>
                          <a:spcPts val="0"/>
                        </a:spcAft>
                        <a:buNone/>
                      </a:pPr>
                      <a:r>
                        <a:rPr b="1" lang="en"/>
                        <a:t>Label</a:t>
                      </a:r>
                      <a:endParaRPr b="1"/>
                    </a:p>
                  </a:txBody>
                  <a:tcPr marT="91425" marB="91425" marR="91425" marL="91425"/>
                </a:tc>
              </a:tr>
              <a:tr h="381000">
                <a:tc>
                  <a:txBody>
                    <a:bodyPr/>
                    <a:lstStyle/>
                    <a:p>
                      <a:pPr indent="0" lvl="0" marL="0" rtl="0" algn="l">
                        <a:spcBef>
                          <a:spcPts val="0"/>
                        </a:spcBef>
                        <a:spcAft>
                          <a:spcPts val="0"/>
                        </a:spcAft>
                        <a:buNone/>
                      </a:pPr>
                      <a:r>
                        <a:rPr lang="en"/>
                        <a:t>i just feel really helpless and heavy hearted</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r>
              <a:tr h="381000">
                <a:tc>
                  <a:txBody>
                    <a:bodyPr/>
                    <a:lstStyle/>
                    <a:p>
                      <a:pPr indent="0" lvl="0" marL="0" rtl="0" algn="l">
                        <a:spcBef>
                          <a:spcPts val="0"/>
                        </a:spcBef>
                        <a:spcAft>
                          <a:spcPts val="0"/>
                        </a:spcAft>
                        <a:buNone/>
                      </a:pPr>
                      <a:r>
                        <a:rPr lang="en"/>
                        <a:t>i feel so stupid that i realise it so late</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81000">
                <a:tc>
                  <a:txBody>
                    <a:bodyPr/>
                    <a:lstStyle/>
                    <a:p>
                      <a:pPr indent="0" lvl="0" marL="0" rtl="0" algn="l">
                        <a:spcBef>
                          <a:spcPts val="0"/>
                        </a:spcBef>
                        <a:spcAft>
                          <a:spcPts val="0"/>
                        </a:spcAft>
                        <a:buNone/>
                      </a:pPr>
                      <a:r>
                        <a:rPr lang="en"/>
                        <a:t>i miss all the others as well that feel that i wronged them and they will soon understand that i didnt</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r>
              <a:tr h="381000">
                <a:tc>
                  <a:txBody>
                    <a:bodyPr/>
                    <a:lstStyle/>
                    <a:p>
                      <a:pPr indent="0" lvl="0" marL="0" rtl="0" algn="l">
                        <a:spcBef>
                          <a:spcPts val="0"/>
                        </a:spcBef>
                        <a:spcAft>
                          <a:spcPts val="0"/>
                        </a:spcAft>
                        <a:buNone/>
                      </a:pPr>
                      <a:r>
                        <a:rPr lang="en"/>
                        <a:t>i didn t feel terrific</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bl>
          </a:graphicData>
        </a:graphic>
      </p:graphicFrame>
      <p:graphicFrame>
        <p:nvGraphicFramePr>
          <p:cNvPr id="328" name="Google Shape;328;p43"/>
          <p:cNvGraphicFramePr/>
          <p:nvPr/>
        </p:nvGraphicFramePr>
        <p:xfrm>
          <a:off x="887275" y="3847850"/>
          <a:ext cx="3000000" cy="3000000"/>
        </p:xfrm>
        <a:graphic>
          <a:graphicData uri="http://schemas.openxmlformats.org/drawingml/2006/table">
            <a:tbl>
              <a:tblPr>
                <a:noFill/>
                <a:tableStyleId>{310D020C-E558-4D8B-8211-8E8DAEBF2D37}</a:tableStyleId>
              </a:tblPr>
              <a:tblGrid>
                <a:gridCol w="1464725"/>
                <a:gridCol w="1115300"/>
                <a:gridCol w="989850"/>
                <a:gridCol w="934475"/>
                <a:gridCol w="901250"/>
                <a:gridCol w="1034150"/>
                <a:gridCol w="1034150"/>
              </a:tblGrid>
              <a:tr h="381000">
                <a:tc>
                  <a:txBody>
                    <a:bodyPr/>
                    <a:lstStyle/>
                    <a:p>
                      <a:pPr indent="0" lvl="0" marL="0" rtl="0" algn="l">
                        <a:spcBef>
                          <a:spcPts val="0"/>
                        </a:spcBef>
                        <a:spcAft>
                          <a:spcPts val="0"/>
                        </a:spcAft>
                        <a:buNone/>
                      </a:pPr>
                      <a:r>
                        <a:rPr b="1" lang="en"/>
                        <a:t>Label In actual Dataset</a:t>
                      </a:r>
                      <a:endParaRPr b="1"/>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r>
              <a:tr h="381000">
                <a:tc>
                  <a:txBody>
                    <a:bodyPr/>
                    <a:lstStyle/>
                    <a:p>
                      <a:pPr indent="0" lvl="0" marL="0" rtl="0" algn="l">
                        <a:spcBef>
                          <a:spcPts val="0"/>
                        </a:spcBef>
                        <a:spcAft>
                          <a:spcPts val="0"/>
                        </a:spcAft>
                        <a:buNone/>
                      </a:pPr>
                      <a:r>
                        <a:rPr b="1" lang="en"/>
                        <a:t>Emotion</a:t>
                      </a:r>
                      <a:endParaRPr b="1"/>
                    </a:p>
                  </a:txBody>
                  <a:tcPr marT="91425" marB="91425" marR="91425" marL="91425"/>
                </a:tc>
                <a:tc>
                  <a:txBody>
                    <a:bodyPr/>
                    <a:lstStyle/>
                    <a:p>
                      <a:pPr indent="0" lvl="0" marL="0" rtl="0" algn="l">
                        <a:spcBef>
                          <a:spcPts val="0"/>
                        </a:spcBef>
                        <a:spcAft>
                          <a:spcPts val="0"/>
                        </a:spcAft>
                        <a:buNone/>
                      </a:pPr>
                      <a:r>
                        <a:rPr lang="en"/>
                        <a:t>Sadness</a:t>
                      </a:r>
                      <a:endParaRPr/>
                    </a:p>
                  </a:txBody>
                  <a:tcPr marT="91425" marB="91425" marR="91425" marL="91425"/>
                </a:tc>
                <a:tc>
                  <a:txBody>
                    <a:bodyPr/>
                    <a:lstStyle/>
                    <a:p>
                      <a:pPr indent="0" lvl="0" marL="0" rtl="0" algn="l">
                        <a:spcBef>
                          <a:spcPts val="0"/>
                        </a:spcBef>
                        <a:spcAft>
                          <a:spcPts val="0"/>
                        </a:spcAft>
                        <a:buNone/>
                      </a:pPr>
                      <a:r>
                        <a:rPr lang="en"/>
                        <a:t>Joy</a:t>
                      </a:r>
                      <a:endParaRPr/>
                    </a:p>
                  </a:txBody>
                  <a:tcPr marT="91425" marB="91425" marR="91425" marL="91425"/>
                </a:tc>
                <a:tc>
                  <a:txBody>
                    <a:bodyPr/>
                    <a:lstStyle/>
                    <a:p>
                      <a:pPr indent="0" lvl="0" marL="0" rtl="0" algn="l">
                        <a:spcBef>
                          <a:spcPts val="0"/>
                        </a:spcBef>
                        <a:spcAft>
                          <a:spcPts val="0"/>
                        </a:spcAft>
                        <a:buNone/>
                      </a:pPr>
                      <a:r>
                        <a:rPr lang="en"/>
                        <a:t>Love</a:t>
                      </a:r>
                      <a:endParaRPr/>
                    </a:p>
                  </a:txBody>
                  <a:tcPr marT="91425" marB="91425" marR="91425" marL="91425"/>
                </a:tc>
                <a:tc>
                  <a:txBody>
                    <a:bodyPr/>
                    <a:lstStyle/>
                    <a:p>
                      <a:pPr indent="0" lvl="0" marL="0" rtl="0" algn="l">
                        <a:spcBef>
                          <a:spcPts val="0"/>
                        </a:spcBef>
                        <a:spcAft>
                          <a:spcPts val="0"/>
                        </a:spcAft>
                        <a:buNone/>
                      </a:pPr>
                      <a:r>
                        <a:rPr lang="en"/>
                        <a:t>Anger</a:t>
                      </a:r>
                      <a:endParaRPr/>
                    </a:p>
                  </a:txBody>
                  <a:tcPr marT="91425" marB="91425" marR="91425" marL="91425"/>
                </a:tc>
                <a:tc>
                  <a:txBody>
                    <a:bodyPr/>
                    <a:lstStyle/>
                    <a:p>
                      <a:pPr indent="0" lvl="0" marL="0" rtl="0" algn="l">
                        <a:spcBef>
                          <a:spcPts val="0"/>
                        </a:spcBef>
                        <a:spcAft>
                          <a:spcPts val="0"/>
                        </a:spcAft>
                        <a:buNone/>
                      </a:pPr>
                      <a:r>
                        <a:rPr lang="en"/>
                        <a:t>Fear</a:t>
                      </a:r>
                      <a:endParaRPr/>
                    </a:p>
                  </a:txBody>
                  <a:tcPr marT="91425" marB="91425" marR="91425" marL="91425"/>
                </a:tc>
                <a:tc>
                  <a:txBody>
                    <a:bodyPr/>
                    <a:lstStyle/>
                    <a:p>
                      <a:pPr indent="0" lvl="0" marL="0" rtl="0" algn="l">
                        <a:spcBef>
                          <a:spcPts val="0"/>
                        </a:spcBef>
                        <a:spcAft>
                          <a:spcPts val="0"/>
                        </a:spcAft>
                        <a:buNone/>
                      </a:pPr>
                      <a:r>
                        <a:rPr lang="en"/>
                        <a:t>Surprise</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txBox="1"/>
          <p:nvPr>
            <p:ph idx="6" type="subTitle"/>
          </p:nvPr>
        </p:nvSpPr>
        <p:spPr>
          <a:xfrm>
            <a:off x="4938713" y="1277907"/>
            <a:ext cx="3838500" cy="48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Software Used</a:t>
            </a:r>
            <a:endParaRPr/>
          </a:p>
        </p:txBody>
      </p:sp>
      <p:sp>
        <p:nvSpPr>
          <p:cNvPr id="334" name="Google Shape;334;p44"/>
          <p:cNvSpPr txBox="1"/>
          <p:nvPr>
            <p:ph idx="8" type="subTitle"/>
          </p:nvPr>
        </p:nvSpPr>
        <p:spPr>
          <a:xfrm>
            <a:off x="366750" y="3167363"/>
            <a:ext cx="3838500" cy="48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K-Fold Cross Validation</a:t>
            </a:r>
            <a:endParaRPr/>
          </a:p>
        </p:txBody>
      </p:sp>
      <p:sp>
        <p:nvSpPr>
          <p:cNvPr id="335" name="Google Shape;335;p44"/>
          <p:cNvSpPr txBox="1"/>
          <p:nvPr>
            <p:ph idx="2" type="body"/>
          </p:nvPr>
        </p:nvSpPr>
        <p:spPr>
          <a:xfrm>
            <a:off x="4938725" y="1759093"/>
            <a:ext cx="3838500" cy="1138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Pandas and numpy for data organization</a:t>
            </a:r>
            <a:endParaRPr/>
          </a:p>
          <a:p>
            <a:pPr indent="-317500" lvl="0" marL="457200" rtl="0" algn="l">
              <a:spcBef>
                <a:spcPts val="0"/>
              </a:spcBef>
              <a:spcAft>
                <a:spcPts val="0"/>
              </a:spcAft>
              <a:buSzPts val="1400"/>
              <a:buChar char="●"/>
            </a:pPr>
            <a:r>
              <a:rPr lang="en"/>
              <a:t>Sklearn and imblearn for the model and metrics</a:t>
            </a:r>
            <a:endParaRPr/>
          </a:p>
        </p:txBody>
      </p:sp>
      <p:sp>
        <p:nvSpPr>
          <p:cNvPr id="336" name="Google Shape;336;p44"/>
          <p:cNvSpPr txBox="1"/>
          <p:nvPr>
            <p:ph idx="1" type="body"/>
          </p:nvPr>
        </p:nvSpPr>
        <p:spPr>
          <a:xfrm>
            <a:off x="366725" y="1759093"/>
            <a:ext cx="3838500" cy="1138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Minimal preprocessing needed; Removed entries with missing information</a:t>
            </a:r>
            <a:endParaRPr/>
          </a:p>
        </p:txBody>
      </p:sp>
      <p:sp>
        <p:nvSpPr>
          <p:cNvPr id="337" name="Google Shape;337;p44"/>
          <p:cNvSpPr txBox="1"/>
          <p:nvPr>
            <p:ph idx="3" type="body"/>
          </p:nvPr>
        </p:nvSpPr>
        <p:spPr>
          <a:xfrm>
            <a:off x="366750" y="3648575"/>
            <a:ext cx="3838500" cy="1138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Data is divided into k=5 equal size folds. The model is trained and tested k times, validating through different portions each time</a:t>
            </a:r>
            <a:endParaRPr/>
          </a:p>
        </p:txBody>
      </p:sp>
      <p:sp>
        <p:nvSpPr>
          <p:cNvPr id="338" name="Google Shape;338;p44"/>
          <p:cNvSpPr txBox="1"/>
          <p:nvPr>
            <p:ph idx="4" type="body"/>
          </p:nvPr>
        </p:nvSpPr>
        <p:spPr>
          <a:xfrm>
            <a:off x="4938750" y="3648575"/>
            <a:ext cx="3838500" cy="1138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Some emotions are more frequent than others in the </a:t>
            </a:r>
            <a:r>
              <a:rPr lang="en"/>
              <a:t>dataset</a:t>
            </a:r>
            <a:r>
              <a:rPr lang="en"/>
              <a:t>, with </a:t>
            </a:r>
            <a:r>
              <a:rPr lang="en"/>
              <a:t>surprise</a:t>
            </a:r>
            <a:r>
              <a:rPr lang="en"/>
              <a:t> trailing behind the next least frequent by over 5,000 </a:t>
            </a:r>
            <a:r>
              <a:rPr lang="en"/>
              <a:t>occurrences.</a:t>
            </a:r>
            <a:endParaRPr/>
          </a:p>
        </p:txBody>
      </p:sp>
      <p:sp>
        <p:nvSpPr>
          <p:cNvPr id="339" name="Google Shape;339;p4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Approach Taken</a:t>
            </a:r>
            <a:endParaRPr/>
          </a:p>
        </p:txBody>
      </p:sp>
      <p:sp>
        <p:nvSpPr>
          <p:cNvPr id="340" name="Google Shape;340;p44"/>
          <p:cNvSpPr txBox="1"/>
          <p:nvPr>
            <p:ph idx="5" type="subTitle"/>
          </p:nvPr>
        </p:nvSpPr>
        <p:spPr>
          <a:xfrm>
            <a:off x="366763" y="1277907"/>
            <a:ext cx="3838500" cy="48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Data Preprocessing</a:t>
            </a:r>
            <a:endParaRPr/>
          </a:p>
        </p:txBody>
      </p:sp>
      <p:sp>
        <p:nvSpPr>
          <p:cNvPr id="341" name="Google Shape;341;p44"/>
          <p:cNvSpPr txBox="1"/>
          <p:nvPr>
            <p:ph idx="7" type="subTitle"/>
          </p:nvPr>
        </p:nvSpPr>
        <p:spPr>
          <a:xfrm>
            <a:off x="4938761" y="3167363"/>
            <a:ext cx="3838500" cy="48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Oversampling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45"/>
          <p:cNvPicPr preferRelativeResize="0"/>
          <p:nvPr/>
        </p:nvPicPr>
        <p:blipFill>
          <a:blip r:embed="rId3">
            <a:alphaModFix/>
          </a:blip>
          <a:stretch>
            <a:fillRect/>
          </a:stretch>
        </p:blipFill>
        <p:spPr>
          <a:xfrm>
            <a:off x="1079138" y="152400"/>
            <a:ext cx="6985725"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OverSampling (If used)</a:t>
            </a:r>
            <a:endParaRPr/>
          </a:p>
        </p:txBody>
      </p:sp>
      <p:sp>
        <p:nvSpPr>
          <p:cNvPr id="352" name="Google Shape;352;p4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Loop through K-Folds (K=5)</a:t>
            </a:r>
            <a:endParaRPr/>
          </a:p>
        </p:txBody>
      </p:sp>
      <p:sp>
        <p:nvSpPr>
          <p:cNvPr id="353" name="Google Shape;353;p4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 Stopword Removal</a:t>
            </a:r>
            <a:endParaRPr/>
          </a:p>
        </p:txBody>
      </p:sp>
      <p:sp>
        <p:nvSpPr>
          <p:cNvPr id="354" name="Google Shape;354;p4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Split data</a:t>
            </a:r>
            <a:endParaRPr/>
          </a:p>
        </p:txBody>
      </p:sp>
      <p:sp>
        <p:nvSpPr>
          <p:cNvPr id="355" name="Google Shape;355;p46"/>
          <p:cNvSpPr txBox="1"/>
          <p:nvPr>
            <p:ph type="title"/>
          </p:nvPr>
        </p:nvSpPr>
        <p:spPr>
          <a:xfrm>
            <a:off x="179025" y="1832775"/>
            <a:ext cx="4021500" cy="148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Implementation and </a:t>
            </a:r>
            <a:r>
              <a:rPr lang="en"/>
              <a:t>Data Used</a:t>
            </a:r>
            <a:endParaRPr/>
          </a:p>
        </p:txBody>
      </p:sp>
      <p:sp>
        <p:nvSpPr>
          <p:cNvPr id="356" name="Google Shape;356;p4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Fit data to classifier/Predict</a:t>
            </a:r>
            <a:endParaRPr/>
          </a:p>
        </p:txBody>
      </p:sp>
      <p:sp>
        <p:nvSpPr>
          <p:cNvPr id="357" name="Google Shape;357;p4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Tokenization/TF-IDF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7"/>
          <p:cNvSpPr txBox="1"/>
          <p:nvPr>
            <p:ph type="title"/>
          </p:nvPr>
        </p:nvSpPr>
        <p:spPr>
          <a:xfrm>
            <a:off x="311700" y="230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 (No OS)</a:t>
            </a:r>
            <a:endParaRPr/>
          </a:p>
        </p:txBody>
      </p:sp>
      <p:pic>
        <p:nvPicPr>
          <p:cNvPr id="363" name="Google Shape;363;p47"/>
          <p:cNvPicPr preferRelativeResize="0"/>
          <p:nvPr/>
        </p:nvPicPr>
        <p:blipFill>
          <a:blip r:embed="rId3">
            <a:alphaModFix/>
          </a:blip>
          <a:stretch>
            <a:fillRect/>
          </a:stretch>
        </p:blipFill>
        <p:spPr>
          <a:xfrm>
            <a:off x="122600" y="1073850"/>
            <a:ext cx="6042750" cy="3608250"/>
          </a:xfrm>
          <a:prstGeom prst="rect">
            <a:avLst/>
          </a:prstGeom>
          <a:noFill/>
          <a:ln>
            <a:noFill/>
          </a:ln>
        </p:spPr>
      </p:pic>
      <p:pic>
        <p:nvPicPr>
          <p:cNvPr id="364" name="Google Shape;364;p47"/>
          <p:cNvPicPr preferRelativeResize="0"/>
          <p:nvPr/>
        </p:nvPicPr>
        <p:blipFill>
          <a:blip r:embed="rId4">
            <a:alphaModFix/>
          </a:blip>
          <a:stretch>
            <a:fillRect/>
          </a:stretch>
        </p:blipFill>
        <p:spPr>
          <a:xfrm>
            <a:off x="6254825" y="0"/>
            <a:ext cx="2752043"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ph type="title"/>
          </p:nvPr>
        </p:nvSpPr>
        <p:spPr>
          <a:xfrm>
            <a:off x="311700" y="230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 (OS)</a:t>
            </a:r>
            <a:endParaRPr/>
          </a:p>
        </p:txBody>
      </p:sp>
      <p:pic>
        <p:nvPicPr>
          <p:cNvPr id="370" name="Google Shape;370;p48"/>
          <p:cNvPicPr preferRelativeResize="0"/>
          <p:nvPr/>
        </p:nvPicPr>
        <p:blipFill>
          <a:blip r:embed="rId3">
            <a:alphaModFix/>
          </a:blip>
          <a:stretch>
            <a:fillRect/>
          </a:stretch>
        </p:blipFill>
        <p:spPr>
          <a:xfrm>
            <a:off x="111125" y="1124850"/>
            <a:ext cx="6042750" cy="3564788"/>
          </a:xfrm>
          <a:prstGeom prst="rect">
            <a:avLst/>
          </a:prstGeom>
          <a:noFill/>
          <a:ln>
            <a:noFill/>
          </a:ln>
        </p:spPr>
      </p:pic>
      <p:pic>
        <p:nvPicPr>
          <p:cNvPr id="371" name="Google Shape;371;p48"/>
          <p:cNvPicPr preferRelativeResize="0"/>
          <p:nvPr/>
        </p:nvPicPr>
        <p:blipFill>
          <a:blip r:embed="rId4">
            <a:alphaModFix/>
          </a:blip>
          <a:stretch>
            <a:fillRect/>
          </a:stretch>
        </p:blipFill>
        <p:spPr>
          <a:xfrm>
            <a:off x="6250728" y="0"/>
            <a:ext cx="2812973"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type="title"/>
          </p:nvPr>
        </p:nvSpPr>
        <p:spPr>
          <a:xfrm>
            <a:off x="390550" y="1281900"/>
            <a:ext cx="3543000" cy="2585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Comparison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Conclusion</a:t>
            </a:r>
            <a:endParaRPr/>
          </a:p>
        </p:txBody>
      </p:sp>
      <p:graphicFrame>
        <p:nvGraphicFramePr>
          <p:cNvPr id="377" name="Google Shape;377;p49"/>
          <p:cNvGraphicFramePr/>
          <p:nvPr/>
        </p:nvGraphicFramePr>
        <p:xfrm>
          <a:off x="3796000" y="827075"/>
          <a:ext cx="3000000" cy="3000000"/>
        </p:xfrm>
        <a:graphic>
          <a:graphicData uri="http://schemas.openxmlformats.org/drawingml/2006/table">
            <a:tbl>
              <a:tblPr>
                <a:noFill/>
                <a:tableStyleId>{310D020C-E558-4D8B-8211-8E8DAEBF2D37}</a:tableStyleId>
              </a:tblPr>
              <a:tblGrid>
                <a:gridCol w="1652400"/>
                <a:gridCol w="1652400"/>
                <a:gridCol w="1652400"/>
              </a:tblGrid>
              <a:tr h="686900">
                <a:tc>
                  <a:txBody>
                    <a:bodyPr/>
                    <a:lstStyle/>
                    <a:p>
                      <a:pPr indent="0" lvl="0" marL="0" rtl="0" algn="ctr">
                        <a:spcBef>
                          <a:spcPts val="0"/>
                        </a:spcBef>
                        <a:spcAft>
                          <a:spcPts val="0"/>
                        </a:spcAft>
                        <a:buNone/>
                      </a:pPr>
                      <a:r>
                        <a:rPr b="1" lang="en"/>
                        <a:t>Average for the metric across all K-folds</a:t>
                      </a:r>
                      <a:endParaRPr b="1"/>
                    </a:p>
                  </a:txBody>
                  <a:tcPr marT="91425" marB="91425" marR="91425" marL="91425"/>
                </a:tc>
                <a:tc>
                  <a:txBody>
                    <a:bodyPr/>
                    <a:lstStyle/>
                    <a:p>
                      <a:pPr indent="0" lvl="0" marL="0" rtl="0" algn="ctr">
                        <a:spcBef>
                          <a:spcPts val="0"/>
                        </a:spcBef>
                        <a:spcAft>
                          <a:spcPts val="0"/>
                        </a:spcAft>
                        <a:buNone/>
                      </a:pPr>
                      <a:r>
                        <a:rPr b="1" lang="en"/>
                        <a:t>Over Sampling = False</a:t>
                      </a:r>
                      <a:endParaRPr b="1"/>
                    </a:p>
                  </a:txBody>
                  <a:tcPr marT="91425" marB="91425" marR="91425" marL="91425"/>
                </a:tc>
                <a:tc>
                  <a:txBody>
                    <a:bodyPr/>
                    <a:lstStyle/>
                    <a:p>
                      <a:pPr indent="0" lvl="0" marL="0" rtl="0" algn="ctr">
                        <a:spcBef>
                          <a:spcPts val="0"/>
                        </a:spcBef>
                        <a:spcAft>
                          <a:spcPts val="0"/>
                        </a:spcAft>
                        <a:buNone/>
                      </a:pPr>
                      <a:r>
                        <a:rPr b="1" lang="en"/>
                        <a:t>Over Sampling = True</a:t>
                      </a:r>
                      <a:endParaRPr b="1"/>
                    </a:p>
                  </a:txBody>
                  <a:tcPr marT="91425" marB="91425" marR="91425" marL="91425"/>
                </a:tc>
              </a:tr>
              <a:tr h="686900">
                <a:tc>
                  <a:txBody>
                    <a:bodyPr/>
                    <a:lstStyle/>
                    <a:p>
                      <a:pPr indent="0" lvl="0" marL="0" rtl="0" algn="ctr">
                        <a:spcBef>
                          <a:spcPts val="0"/>
                        </a:spcBef>
                        <a:spcAft>
                          <a:spcPts val="0"/>
                        </a:spcAft>
                        <a:buNone/>
                      </a:pPr>
                      <a:r>
                        <a:rPr b="1" lang="en"/>
                        <a:t>Accuracy (%):</a:t>
                      </a:r>
                      <a:endParaRPr b="1"/>
                    </a:p>
                  </a:txBody>
                  <a:tcPr marT="91425" marB="91425" marR="91425" marL="91425"/>
                </a:tc>
                <a:tc>
                  <a:txBody>
                    <a:bodyPr/>
                    <a:lstStyle/>
                    <a:p>
                      <a:pPr indent="0" lvl="0" marL="0" rtl="0" algn="ctr">
                        <a:spcBef>
                          <a:spcPts val="0"/>
                        </a:spcBef>
                        <a:spcAft>
                          <a:spcPts val="0"/>
                        </a:spcAft>
                        <a:buNone/>
                      </a:pPr>
                      <a:r>
                        <a:rPr lang="en"/>
                        <a:t>88.55%</a:t>
                      </a:r>
                      <a:endParaRPr/>
                    </a:p>
                  </a:txBody>
                  <a:tcPr marT="91425" marB="91425" marR="91425" marL="91425"/>
                </a:tc>
                <a:tc>
                  <a:txBody>
                    <a:bodyPr/>
                    <a:lstStyle/>
                    <a:p>
                      <a:pPr indent="0" lvl="0" marL="0" rtl="0" algn="ctr">
                        <a:spcBef>
                          <a:spcPts val="0"/>
                        </a:spcBef>
                        <a:spcAft>
                          <a:spcPts val="0"/>
                        </a:spcAft>
                        <a:buNone/>
                      </a:pPr>
                      <a:r>
                        <a:rPr lang="en"/>
                        <a:t>89.52%</a:t>
                      </a:r>
                      <a:endParaRPr/>
                    </a:p>
                  </a:txBody>
                  <a:tcPr marT="91425" marB="91425" marR="91425" marL="91425"/>
                </a:tc>
              </a:tr>
              <a:tr h="714325">
                <a:tc>
                  <a:txBody>
                    <a:bodyPr/>
                    <a:lstStyle/>
                    <a:p>
                      <a:pPr indent="0" lvl="0" marL="0" rtl="0" algn="ctr">
                        <a:spcBef>
                          <a:spcPts val="0"/>
                        </a:spcBef>
                        <a:spcAft>
                          <a:spcPts val="0"/>
                        </a:spcAft>
                        <a:buNone/>
                      </a:pPr>
                      <a:r>
                        <a:rPr b="1" lang="en"/>
                        <a:t>Precision (%):</a:t>
                      </a:r>
                      <a:endParaRPr b="1"/>
                    </a:p>
                  </a:txBody>
                  <a:tcPr marT="91425" marB="91425" marR="91425" marL="91425"/>
                </a:tc>
                <a:tc>
                  <a:txBody>
                    <a:bodyPr/>
                    <a:lstStyle/>
                    <a:p>
                      <a:pPr indent="0" lvl="0" marL="0" rtl="0" algn="ctr">
                        <a:spcBef>
                          <a:spcPts val="0"/>
                        </a:spcBef>
                        <a:spcAft>
                          <a:spcPts val="0"/>
                        </a:spcAft>
                        <a:buNone/>
                      </a:pPr>
                      <a:r>
                        <a:rPr lang="en"/>
                        <a:t>89.58%</a:t>
                      </a:r>
                      <a:endParaRPr/>
                    </a:p>
                  </a:txBody>
                  <a:tcPr marT="91425" marB="91425" marR="91425" marL="91425"/>
                </a:tc>
                <a:tc>
                  <a:txBody>
                    <a:bodyPr/>
                    <a:lstStyle/>
                    <a:p>
                      <a:pPr indent="0" lvl="0" marL="0" rtl="0" algn="ctr">
                        <a:spcBef>
                          <a:spcPts val="0"/>
                        </a:spcBef>
                        <a:spcAft>
                          <a:spcPts val="0"/>
                        </a:spcAft>
                        <a:buNone/>
                      </a:pPr>
                      <a:r>
                        <a:rPr lang="en"/>
                        <a:t>83.41%</a:t>
                      </a:r>
                      <a:endParaRPr/>
                    </a:p>
                  </a:txBody>
                  <a:tcPr marT="91425" marB="91425" marR="91425" marL="91425"/>
                </a:tc>
              </a:tr>
              <a:tr h="714325">
                <a:tc>
                  <a:txBody>
                    <a:bodyPr/>
                    <a:lstStyle/>
                    <a:p>
                      <a:pPr indent="0" lvl="0" marL="0" rtl="0" algn="ctr">
                        <a:spcBef>
                          <a:spcPts val="0"/>
                        </a:spcBef>
                        <a:spcAft>
                          <a:spcPts val="0"/>
                        </a:spcAft>
                        <a:buNone/>
                      </a:pPr>
                      <a:r>
                        <a:rPr b="1" lang="en"/>
                        <a:t>Recall (%):</a:t>
                      </a:r>
                      <a:endParaRPr b="1"/>
                    </a:p>
                  </a:txBody>
                  <a:tcPr marT="91425" marB="91425" marR="91425" marL="91425"/>
                </a:tc>
                <a:tc>
                  <a:txBody>
                    <a:bodyPr/>
                    <a:lstStyle/>
                    <a:p>
                      <a:pPr indent="0" lvl="0" marL="0" rtl="0" algn="ctr">
                        <a:spcBef>
                          <a:spcPts val="0"/>
                        </a:spcBef>
                        <a:spcAft>
                          <a:spcPts val="0"/>
                        </a:spcAft>
                        <a:buNone/>
                      </a:pPr>
                      <a:r>
                        <a:rPr lang="en"/>
                        <a:t>78.36%</a:t>
                      </a:r>
                      <a:endParaRPr/>
                    </a:p>
                  </a:txBody>
                  <a:tcPr marT="91425" marB="91425" marR="91425" marL="91425"/>
                </a:tc>
                <a:tc>
                  <a:txBody>
                    <a:bodyPr/>
                    <a:lstStyle/>
                    <a:p>
                      <a:pPr indent="0" lvl="0" marL="0" rtl="0" algn="ctr">
                        <a:spcBef>
                          <a:spcPts val="0"/>
                        </a:spcBef>
                        <a:spcAft>
                          <a:spcPts val="0"/>
                        </a:spcAft>
                        <a:buNone/>
                      </a:pPr>
                      <a:r>
                        <a:rPr lang="en"/>
                        <a:t>90.69%</a:t>
                      </a:r>
                      <a:endParaRPr/>
                    </a:p>
                  </a:txBody>
                  <a:tcPr marT="91425" marB="91425" marR="91425" marL="91425"/>
                </a:tc>
              </a:tr>
              <a:tr h="686900">
                <a:tc>
                  <a:txBody>
                    <a:bodyPr/>
                    <a:lstStyle/>
                    <a:p>
                      <a:pPr indent="0" lvl="0" marL="0" rtl="0" algn="ctr">
                        <a:spcBef>
                          <a:spcPts val="0"/>
                        </a:spcBef>
                        <a:spcAft>
                          <a:spcPts val="0"/>
                        </a:spcAft>
                        <a:buNone/>
                      </a:pPr>
                      <a:r>
                        <a:rPr b="1" lang="en"/>
                        <a:t>F1 Score (%):</a:t>
                      </a:r>
                      <a:endParaRPr b="1"/>
                    </a:p>
                  </a:txBody>
                  <a:tcPr marT="91425" marB="91425" marR="91425" marL="91425"/>
                </a:tc>
                <a:tc>
                  <a:txBody>
                    <a:bodyPr/>
                    <a:lstStyle/>
                    <a:p>
                      <a:pPr indent="0" lvl="0" marL="0" rtl="0" algn="ctr">
                        <a:spcBef>
                          <a:spcPts val="0"/>
                        </a:spcBef>
                        <a:spcAft>
                          <a:spcPts val="0"/>
                        </a:spcAft>
                        <a:buNone/>
                      </a:pPr>
                      <a:r>
                        <a:rPr lang="en"/>
                        <a:t>82.41%</a:t>
                      </a:r>
                      <a:endParaRPr/>
                    </a:p>
                  </a:txBody>
                  <a:tcPr marT="91425" marB="91425" marR="91425" marL="91425"/>
                </a:tc>
                <a:tc>
                  <a:txBody>
                    <a:bodyPr/>
                    <a:lstStyle/>
                    <a:p>
                      <a:pPr indent="0" lvl="0" marL="0" rtl="0" algn="ctr">
                        <a:spcBef>
                          <a:spcPts val="0"/>
                        </a:spcBef>
                        <a:spcAft>
                          <a:spcPts val="0"/>
                        </a:spcAft>
                        <a:buNone/>
                      </a:pPr>
                      <a:r>
                        <a:rPr lang="en"/>
                        <a:t>86.13%</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383" name="Google Shape;383;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u="sng">
                <a:solidFill>
                  <a:schemeClr val="hlink"/>
                </a:solidFill>
                <a:hlinkClick r:id="rId3"/>
              </a:rPr>
              <a:t>https://www.kaggle.com/datasets/nelgiriyewithana/emotions</a:t>
            </a:r>
            <a:endParaRPr sz="1700"/>
          </a:p>
          <a:p>
            <a:pPr indent="-336550" lvl="0" marL="457200" rtl="0" algn="l">
              <a:spcBef>
                <a:spcPts val="0"/>
              </a:spcBef>
              <a:spcAft>
                <a:spcPts val="0"/>
              </a:spcAft>
              <a:buSzPts val="1700"/>
              <a:buChar char="●"/>
            </a:pPr>
            <a:r>
              <a:rPr lang="en" sz="1700" u="sng">
                <a:solidFill>
                  <a:schemeClr val="hlink"/>
                </a:solidFill>
                <a:hlinkClick r:id="rId4"/>
              </a:rPr>
              <a:t>https://scikit-learn.org/stable/_images/grid_search_cross_validation.png</a:t>
            </a:r>
            <a:endParaRPr sz="1700"/>
          </a:p>
          <a:p>
            <a:pPr indent="-336550" lvl="0" marL="457200" rtl="0" algn="l">
              <a:spcBef>
                <a:spcPts val="0"/>
              </a:spcBef>
              <a:spcAft>
                <a:spcPts val="0"/>
              </a:spcAft>
              <a:buSzPts val="1700"/>
              <a:buChar char="●"/>
            </a:pPr>
            <a:r>
              <a:rPr lang="en" sz="1700" u="sng">
                <a:solidFill>
                  <a:schemeClr val="hlink"/>
                </a:solidFill>
                <a:hlinkClick r:id="rId5"/>
              </a:rPr>
              <a:t>https://numpy.org/doc/</a:t>
            </a:r>
            <a:endParaRPr sz="1700"/>
          </a:p>
          <a:p>
            <a:pPr indent="-336550" lvl="0" marL="457200" rtl="0" algn="l">
              <a:spcBef>
                <a:spcPts val="0"/>
              </a:spcBef>
              <a:spcAft>
                <a:spcPts val="0"/>
              </a:spcAft>
              <a:buSzPts val="1700"/>
              <a:buChar char="●"/>
            </a:pPr>
            <a:r>
              <a:rPr lang="en" sz="1700" u="sng">
                <a:solidFill>
                  <a:schemeClr val="hlink"/>
                </a:solidFill>
                <a:hlinkClick r:id="rId6"/>
              </a:rPr>
              <a:t>https://pandas.pydata.org/docs/</a:t>
            </a:r>
            <a:endParaRPr sz="1700"/>
          </a:p>
          <a:p>
            <a:pPr indent="-336550" lvl="0" marL="457200" rtl="0" algn="l">
              <a:spcBef>
                <a:spcPts val="0"/>
              </a:spcBef>
              <a:spcAft>
                <a:spcPts val="0"/>
              </a:spcAft>
              <a:buSzPts val="1700"/>
              <a:buChar char="●"/>
            </a:pPr>
            <a:r>
              <a:rPr lang="en" sz="1700" u="sng">
                <a:solidFill>
                  <a:schemeClr val="hlink"/>
                </a:solidFill>
                <a:hlinkClick r:id="rId7"/>
              </a:rPr>
              <a:t>https://scikit-learn.org/stable/modules/naive_bayes.html</a:t>
            </a:r>
            <a:endParaRPr sz="1700"/>
          </a:p>
          <a:p>
            <a:pPr indent="-336550" lvl="0" marL="457200" rtl="0" algn="l">
              <a:spcBef>
                <a:spcPts val="0"/>
              </a:spcBef>
              <a:spcAft>
                <a:spcPts val="0"/>
              </a:spcAft>
              <a:buSzPts val="1700"/>
              <a:buChar char="●"/>
            </a:pPr>
            <a:r>
              <a:rPr lang="en" sz="1700" u="sng">
                <a:solidFill>
                  <a:schemeClr val="hlink"/>
                </a:solidFill>
                <a:hlinkClick r:id="rId8"/>
              </a:rPr>
              <a:t>https://scikit-learn.org/stable/modules/feature_extraction.html</a:t>
            </a:r>
            <a:endParaRPr sz="1700"/>
          </a:p>
          <a:p>
            <a:pPr indent="-336550" lvl="0" marL="457200" rtl="0" algn="l">
              <a:spcBef>
                <a:spcPts val="0"/>
              </a:spcBef>
              <a:spcAft>
                <a:spcPts val="0"/>
              </a:spcAft>
              <a:buSzPts val="1700"/>
              <a:buChar char="●"/>
            </a:pPr>
            <a:r>
              <a:rPr lang="en" sz="1700" u="sng">
                <a:solidFill>
                  <a:schemeClr val="hlink"/>
                </a:solidFill>
                <a:hlinkClick r:id="rId9"/>
              </a:rPr>
              <a:t>https://scikit-learn.org/stable/modules/generated/sklearn.model_selection.KFold.html#sklearn.model_selection.KFold</a:t>
            </a:r>
            <a:endParaRPr sz="1700"/>
          </a:p>
          <a:p>
            <a:pPr indent="-336550" lvl="0" marL="457200" rtl="0" algn="l">
              <a:spcBef>
                <a:spcPts val="0"/>
              </a:spcBef>
              <a:spcAft>
                <a:spcPts val="0"/>
              </a:spcAft>
              <a:buSzPts val="1700"/>
              <a:buChar char="●"/>
            </a:pPr>
            <a:r>
              <a:rPr lang="en" sz="1700" u="sng">
                <a:solidFill>
                  <a:schemeClr val="hlink"/>
                </a:solidFill>
                <a:hlinkClick r:id="rId10"/>
              </a:rPr>
              <a:t>https://imbalanced-learn.org/stable/over_sampling.html</a:t>
            </a:r>
            <a:endParaRPr sz="1700"/>
          </a:p>
          <a:p>
            <a:pPr indent="-336550" lvl="0" marL="457200" rtl="0" algn="l">
              <a:spcBef>
                <a:spcPts val="0"/>
              </a:spcBef>
              <a:spcAft>
                <a:spcPts val="0"/>
              </a:spcAft>
              <a:buSzPts val="1700"/>
              <a:buChar char="●"/>
            </a:pPr>
            <a:r>
              <a:rPr lang="en" sz="1700" u="sng">
                <a:solidFill>
                  <a:schemeClr val="hlink"/>
                </a:solidFill>
                <a:hlinkClick r:id="rId11"/>
              </a:rPr>
              <a:t>https://scikit-learn.org/stable/modules/model_evaluation.html</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Company Overview Presentation">
  <a:themeElements>
    <a:clrScheme name="Simple Light">
      <a:dk1>
        <a:srgbClr val="121212"/>
      </a:dk1>
      <a:lt1>
        <a:srgbClr val="FDF9E9"/>
      </a:lt1>
      <a:dk2>
        <a:srgbClr val="8C63A0"/>
      </a:dk2>
      <a:lt2>
        <a:srgbClr val="AA601A"/>
      </a:lt2>
      <a:accent1>
        <a:srgbClr val="FFFFFF"/>
      </a:accent1>
      <a:accent2>
        <a:srgbClr val="FFFFFF"/>
      </a:accent2>
      <a:accent3>
        <a:srgbClr val="FFFFFF"/>
      </a:accent3>
      <a:accent4>
        <a:srgbClr val="FFFFFF"/>
      </a:accent4>
      <a:accent5>
        <a:srgbClr val="FFFFFF"/>
      </a:accent5>
      <a:accent6>
        <a:srgbClr val="FFFFFF"/>
      </a:accent6>
      <a:hlink>
        <a:srgbClr val="12121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